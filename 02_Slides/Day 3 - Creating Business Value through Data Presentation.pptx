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8" r:id="rId9"/>
    <p:sldId id="283" r:id="rId10"/>
    <p:sldId id="287" r:id="rId11"/>
    <p:sldId id="282" r:id="rId12"/>
    <p:sldId id="263" r:id="rId13"/>
    <p:sldId id="264" r:id="rId14"/>
    <p:sldId id="265" r:id="rId15"/>
    <p:sldId id="269" r:id="rId16"/>
    <p:sldId id="270" r:id="rId17"/>
    <p:sldId id="271" r:id="rId18"/>
    <p:sldId id="272" r:id="rId19"/>
    <p:sldId id="277" r:id="rId20"/>
    <p:sldId id="273" r:id="rId21"/>
    <p:sldId id="274" r:id="rId22"/>
    <p:sldId id="275" r:id="rId23"/>
    <p:sldId id="276" r:id="rId24"/>
    <p:sldId id="281" r:id="rId25"/>
    <p:sldId id="266" r:id="rId26"/>
    <p:sldId id="278" r:id="rId27"/>
    <p:sldId id="285" r:id="rId28"/>
    <p:sldId id="279" r:id="rId29"/>
    <p:sldId id="286" r:id="rId30"/>
    <p:sldId id="267" r:id="rId31"/>
  </p:sldIdLst>
  <p:sldSz cx="9144000" cy="6858000" type="screen4x3"/>
  <p:notesSz cx="6858000" cy="9144000"/>
  <p:embeddedFontLst>
    <p:embeddedFont>
      <p:font typeface="Calibri" panose="020F0502020204030204" pitchFamily="34" charset="0"/>
      <p:regular r:id="rId33"/>
      <p:bold r:id="rId34"/>
      <p:italic r:id="rId35"/>
      <p:boldItalic r:id="rId36"/>
    </p:embeddedFont>
    <p:embeddedFont>
      <p:font typeface="Economica" panose="02000506040000020004" pitchFamily="2" charset="77"/>
      <p:regular r:id="rId37"/>
      <p:bold r:id="rId38"/>
      <p:italic r:id="rId39"/>
      <p:boldItalic r:id="rId40"/>
    </p:embeddedFont>
    <p:embeddedFont>
      <p:font typeface="Open Sans" panose="020B0606030504020204" pitchFamily="34"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hCkFchV/Y3T266NQYkEP6CQ6cfa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1DCECD-7FC3-4414-936B-F0A67FC80260}" v="109" dt="2022-01-02T17:31:18.612"/>
  </p1510:revLst>
</p1510:revInfo>
</file>

<file path=ppt/tableStyles.xml><?xml version="1.0" encoding="utf-8"?>
<a:tblStyleLst xmlns:a="http://schemas.openxmlformats.org/drawingml/2006/main" def="{DE936666-F6A8-40DD-AC4A-13F8A77D03A5}">
  <a:tblStyle styleId="{DE936666-F6A8-40DD-AC4A-13F8A77D03A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3"/>
    <p:restoredTop sz="77259" autoAdjust="0"/>
  </p:normalViewPr>
  <p:slideViewPr>
    <p:cSldViewPr snapToGrid="0">
      <p:cViewPr varScale="1">
        <p:scale>
          <a:sx n="139" d="100"/>
          <a:sy n="139" d="100"/>
        </p:scale>
        <p:origin x="1680" y="176"/>
      </p:cViewPr>
      <p:guideLst/>
    </p:cSldViewPr>
  </p:slideViewPr>
  <p:notesTextViewPr>
    <p:cViewPr>
      <p:scale>
        <a:sx n="1" d="1"/>
        <a:sy n="1" d="1"/>
      </p:scale>
      <p:origin x="0" y="0"/>
    </p:cViewPr>
  </p:notesTextViewPr>
  <p:sorterViewPr>
    <p:cViewPr>
      <p:scale>
        <a:sx n="100" d="100"/>
        <a:sy n="100" d="100"/>
      </p:scale>
      <p:origin x="0" y="-341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Hboubati" userId="6c1e9525-87e3-4ff2-84f1-58e9c2a56865" providerId="ADAL" clId="{E01DCECD-7FC3-4414-936B-F0A67FC80260}"/>
    <pc:docChg chg="undo custSel addSld delSld modSld sldOrd">
      <pc:chgData name="Hasan Hboubati" userId="6c1e9525-87e3-4ff2-84f1-58e9c2a56865" providerId="ADAL" clId="{E01DCECD-7FC3-4414-936B-F0A67FC80260}" dt="2022-01-02T17:32:58.113" v="458" actId="6549"/>
      <pc:docMkLst>
        <pc:docMk/>
      </pc:docMkLst>
      <pc:sldChg chg="modSp mod">
        <pc:chgData name="Hasan Hboubati" userId="6c1e9525-87e3-4ff2-84f1-58e9c2a56865" providerId="ADAL" clId="{E01DCECD-7FC3-4414-936B-F0A67FC80260}" dt="2022-01-01T21:01:43.767" v="18" actId="27636"/>
        <pc:sldMkLst>
          <pc:docMk/>
          <pc:sldMk cId="0" sldId="263"/>
        </pc:sldMkLst>
        <pc:spChg chg="mod">
          <ac:chgData name="Hasan Hboubati" userId="6c1e9525-87e3-4ff2-84f1-58e9c2a56865" providerId="ADAL" clId="{E01DCECD-7FC3-4414-936B-F0A67FC80260}" dt="2022-01-01T21:01:43.767" v="18" actId="27636"/>
          <ac:spMkLst>
            <pc:docMk/>
            <pc:sldMk cId="0" sldId="263"/>
            <ac:spMk id="111" creationId="{00000000-0000-0000-0000-000000000000}"/>
          </ac:spMkLst>
        </pc:spChg>
      </pc:sldChg>
      <pc:sldChg chg="modSp mod ord">
        <pc:chgData name="Hasan Hboubati" userId="6c1e9525-87e3-4ff2-84f1-58e9c2a56865" providerId="ADAL" clId="{E01DCECD-7FC3-4414-936B-F0A67FC80260}" dt="2022-01-02T17:32:58.113" v="458" actId="6549"/>
        <pc:sldMkLst>
          <pc:docMk/>
          <pc:sldMk cId="0" sldId="266"/>
        </pc:sldMkLst>
        <pc:spChg chg="mod">
          <ac:chgData name="Hasan Hboubati" userId="6c1e9525-87e3-4ff2-84f1-58e9c2a56865" providerId="ADAL" clId="{E01DCECD-7FC3-4414-936B-F0A67FC80260}" dt="2022-01-02T17:32:58.113" v="458" actId="6549"/>
          <ac:spMkLst>
            <pc:docMk/>
            <pc:sldMk cId="0" sldId="266"/>
            <ac:spMk id="133" creationId="{00000000-0000-0000-0000-000000000000}"/>
          </ac:spMkLst>
        </pc:spChg>
      </pc:sldChg>
      <pc:sldChg chg="addSp delSp modSp new mod">
        <pc:chgData name="Hasan Hboubati" userId="6c1e9525-87e3-4ff2-84f1-58e9c2a56865" providerId="ADAL" clId="{E01DCECD-7FC3-4414-936B-F0A67FC80260}" dt="2022-01-01T20:55:48.281" v="15" actId="1440"/>
        <pc:sldMkLst>
          <pc:docMk/>
          <pc:sldMk cId="2531952960" sldId="268"/>
        </pc:sldMkLst>
        <pc:spChg chg="mod">
          <ac:chgData name="Hasan Hboubati" userId="6c1e9525-87e3-4ff2-84f1-58e9c2a56865" providerId="ADAL" clId="{E01DCECD-7FC3-4414-936B-F0A67FC80260}" dt="2022-01-01T20:55:13.590" v="11" actId="20577"/>
          <ac:spMkLst>
            <pc:docMk/>
            <pc:sldMk cId="2531952960" sldId="268"/>
            <ac:spMk id="2" creationId="{A3AC1E1D-39D8-4207-93D8-844B4CB9B4B1}"/>
          </ac:spMkLst>
        </pc:spChg>
        <pc:spChg chg="del">
          <ac:chgData name="Hasan Hboubati" userId="6c1e9525-87e3-4ff2-84f1-58e9c2a56865" providerId="ADAL" clId="{E01DCECD-7FC3-4414-936B-F0A67FC80260}" dt="2022-01-01T20:55:18.087" v="12" actId="478"/>
          <ac:spMkLst>
            <pc:docMk/>
            <pc:sldMk cId="2531952960" sldId="268"/>
            <ac:spMk id="3" creationId="{CA7EF134-6D0E-4978-8D63-DCB415EBC834}"/>
          </ac:spMkLst>
        </pc:spChg>
        <pc:picChg chg="add mod">
          <ac:chgData name="Hasan Hboubati" userId="6c1e9525-87e3-4ff2-84f1-58e9c2a56865" providerId="ADAL" clId="{E01DCECD-7FC3-4414-936B-F0A67FC80260}" dt="2022-01-01T20:55:48.281" v="15" actId="1440"/>
          <ac:picMkLst>
            <pc:docMk/>
            <pc:sldMk cId="2531952960" sldId="268"/>
            <ac:picMk id="5" creationId="{823C2F05-E2D7-4B86-8221-F2C5B02C49CF}"/>
          </ac:picMkLst>
        </pc:picChg>
      </pc:sldChg>
      <pc:sldChg chg="addSp delSp modSp new mod">
        <pc:chgData name="Hasan Hboubati" userId="6c1e9525-87e3-4ff2-84f1-58e9c2a56865" providerId="ADAL" clId="{E01DCECD-7FC3-4414-936B-F0A67FC80260}" dt="2022-01-02T16:32:24.756" v="66"/>
        <pc:sldMkLst>
          <pc:docMk/>
          <pc:sldMk cId="2585295614" sldId="269"/>
        </pc:sldMkLst>
        <pc:spChg chg="mod">
          <ac:chgData name="Hasan Hboubati" userId="6c1e9525-87e3-4ff2-84f1-58e9c2a56865" providerId="ADAL" clId="{E01DCECD-7FC3-4414-936B-F0A67FC80260}" dt="2022-01-01T21:02:18.852" v="60" actId="20577"/>
          <ac:spMkLst>
            <pc:docMk/>
            <pc:sldMk cId="2585295614" sldId="269"/>
            <ac:spMk id="2" creationId="{7988B2A0-2934-40DF-A481-70C76C86BA34}"/>
          </ac:spMkLst>
        </pc:spChg>
        <pc:picChg chg="add mod">
          <ac:chgData name="Hasan Hboubati" userId="6c1e9525-87e3-4ff2-84f1-58e9c2a56865" providerId="ADAL" clId="{E01DCECD-7FC3-4414-936B-F0A67FC80260}" dt="2022-01-01T21:01:43.713" v="17"/>
          <ac:picMkLst>
            <pc:docMk/>
            <pc:sldMk cId="2585295614" sldId="269"/>
            <ac:picMk id="4" creationId="{B9EB6256-E807-4F12-9F7F-3E5C748536D4}"/>
          </ac:picMkLst>
        </pc:picChg>
        <pc:picChg chg="add mod">
          <ac:chgData name="Hasan Hboubati" userId="6c1e9525-87e3-4ff2-84f1-58e9c2a56865" providerId="ADAL" clId="{E01DCECD-7FC3-4414-936B-F0A67FC80260}" dt="2022-01-01T21:02:24.613" v="61" actId="1076"/>
          <ac:picMkLst>
            <pc:docMk/>
            <pc:sldMk cId="2585295614" sldId="269"/>
            <ac:picMk id="5" creationId="{2654624B-4363-4490-AEF4-213BB0C595F1}"/>
          </ac:picMkLst>
        </pc:picChg>
        <pc:picChg chg="del">
          <ac:chgData name="Hasan Hboubati" userId="6c1e9525-87e3-4ff2-84f1-58e9c2a56865" providerId="ADAL" clId="{E01DCECD-7FC3-4414-936B-F0A67FC80260}" dt="2022-01-02T16:32:24.756" v="66"/>
          <ac:picMkLst>
            <pc:docMk/>
            <pc:sldMk cId="2585295614" sldId="269"/>
            <ac:picMk id="6" creationId="{F467A4E3-6734-4306-97DD-C7D80A899C71}"/>
          </ac:picMkLst>
        </pc:picChg>
      </pc:sldChg>
      <pc:sldChg chg="addSp modSp new mod">
        <pc:chgData name="Hasan Hboubati" userId="6c1e9525-87e3-4ff2-84f1-58e9c2a56865" providerId="ADAL" clId="{E01DCECD-7FC3-4414-936B-F0A67FC80260}" dt="2022-01-02T16:33:32.341" v="74"/>
        <pc:sldMkLst>
          <pc:docMk/>
          <pc:sldMk cId="3428117815" sldId="270"/>
        </pc:sldMkLst>
        <pc:spChg chg="mod">
          <ac:chgData name="Hasan Hboubati" userId="6c1e9525-87e3-4ff2-84f1-58e9c2a56865" providerId="ADAL" clId="{E01DCECD-7FC3-4414-936B-F0A67FC80260}" dt="2022-01-02T16:33:32.341" v="74"/>
          <ac:spMkLst>
            <pc:docMk/>
            <pc:sldMk cId="3428117815" sldId="270"/>
            <ac:spMk id="2" creationId="{35960107-F4C0-4FF6-8FF6-7B883EA1EF42}"/>
          </ac:spMkLst>
        </pc:spChg>
        <pc:graphicFrameChg chg="add mod">
          <ac:chgData name="Hasan Hboubati" userId="6c1e9525-87e3-4ff2-84f1-58e9c2a56865" providerId="ADAL" clId="{E01DCECD-7FC3-4414-936B-F0A67FC80260}" dt="2022-01-02T16:33:20.677" v="73"/>
          <ac:graphicFrameMkLst>
            <pc:docMk/>
            <pc:sldMk cId="3428117815" sldId="270"/>
            <ac:graphicFrameMk id="5" creationId="{24AF839B-B74B-43AC-A962-39933B923B07}"/>
          </ac:graphicFrameMkLst>
        </pc:graphicFrameChg>
        <pc:picChg chg="add mod">
          <ac:chgData name="Hasan Hboubati" userId="6c1e9525-87e3-4ff2-84f1-58e9c2a56865" providerId="ADAL" clId="{E01DCECD-7FC3-4414-936B-F0A67FC80260}" dt="2022-01-02T16:33:13.087" v="72"/>
          <ac:picMkLst>
            <pc:docMk/>
            <pc:sldMk cId="3428117815" sldId="270"/>
            <ac:picMk id="4" creationId="{111B22A8-96B6-4929-B9E2-C6E3BA590C4B}"/>
          </ac:picMkLst>
        </pc:picChg>
      </pc:sldChg>
      <pc:sldChg chg="addSp delSp modSp add mod modNotesTx">
        <pc:chgData name="Hasan Hboubati" userId="6c1e9525-87e3-4ff2-84f1-58e9c2a56865" providerId="ADAL" clId="{E01DCECD-7FC3-4414-936B-F0A67FC80260}" dt="2022-01-02T16:34:36.429" v="84"/>
        <pc:sldMkLst>
          <pc:docMk/>
          <pc:sldMk cId="1262309169" sldId="271"/>
        </pc:sldMkLst>
        <pc:spChg chg="mod">
          <ac:chgData name="Hasan Hboubati" userId="6c1e9525-87e3-4ff2-84f1-58e9c2a56865" providerId="ADAL" clId="{E01DCECD-7FC3-4414-936B-F0A67FC80260}" dt="2022-01-02T16:34:36.429" v="84"/>
          <ac:spMkLst>
            <pc:docMk/>
            <pc:sldMk cId="1262309169" sldId="271"/>
            <ac:spMk id="2" creationId="{35960107-F4C0-4FF6-8FF6-7B883EA1EF42}"/>
          </ac:spMkLst>
        </pc:spChg>
        <pc:spChg chg="del mod">
          <ac:chgData name="Hasan Hboubati" userId="6c1e9525-87e3-4ff2-84f1-58e9c2a56865" providerId="ADAL" clId="{E01DCECD-7FC3-4414-936B-F0A67FC80260}" dt="2022-01-02T16:34:07.847" v="78" actId="478"/>
          <ac:spMkLst>
            <pc:docMk/>
            <pc:sldMk cId="1262309169" sldId="271"/>
            <ac:spMk id="3" creationId="{477C2AF4-F416-44D3-A700-AF4498FB7EA8}"/>
          </ac:spMkLst>
        </pc:spChg>
        <pc:spChg chg="add mod">
          <ac:chgData name="Hasan Hboubati" userId="6c1e9525-87e3-4ff2-84f1-58e9c2a56865" providerId="ADAL" clId="{E01DCECD-7FC3-4414-936B-F0A67FC80260}" dt="2022-01-02T16:34:12.288" v="79" actId="1076"/>
          <ac:spMkLst>
            <pc:docMk/>
            <pc:sldMk cId="1262309169" sldId="271"/>
            <ac:spMk id="5" creationId="{D435FE3D-9356-40F6-907B-6DF8E5E513DD}"/>
          </ac:spMkLst>
        </pc:spChg>
        <pc:picChg chg="add mod">
          <ac:chgData name="Hasan Hboubati" userId="6c1e9525-87e3-4ff2-84f1-58e9c2a56865" providerId="ADAL" clId="{E01DCECD-7FC3-4414-936B-F0A67FC80260}" dt="2022-01-02T16:33:51.795" v="75"/>
          <ac:picMkLst>
            <pc:docMk/>
            <pc:sldMk cId="1262309169" sldId="271"/>
            <ac:picMk id="4" creationId="{DC7D64CC-35B9-4637-AB03-F01E4995522F}"/>
          </ac:picMkLst>
        </pc:picChg>
      </pc:sldChg>
      <pc:sldChg chg="addSp delSp modSp add mod">
        <pc:chgData name="Hasan Hboubati" userId="6c1e9525-87e3-4ff2-84f1-58e9c2a56865" providerId="ADAL" clId="{E01DCECD-7FC3-4414-936B-F0A67FC80260}" dt="2022-01-02T16:43:28.814" v="321"/>
        <pc:sldMkLst>
          <pc:docMk/>
          <pc:sldMk cId="64829916" sldId="272"/>
        </pc:sldMkLst>
        <pc:spChg chg="mod">
          <ac:chgData name="Hasan Hboubati" userId="6c1e9525-87e3-4ff2-84f1-58e9c2a56865" providerId="ADAL" clId="{E01DCECD-7FC3-4414-936B-F0A67FC80260}" dt="2022-01-02T16:35:46.684" v="99" actId="1076"/>
          <ac:spMkLst>
            <pc:docMk/>
            <pc:sldMk cId="64829916" sldId="272"/>
            <ac:spMk id="2" creationId="{35960107-F4C0-4FF6-8FF6-7B883EA1EF42}"/>
          </ac:spMkLst>
        </pc:spChg>
        <pc:spChg chg="del">
          <ac:chgData name="Hasan Hboubati" userId="6c1e9525-87e3-4ff2-84f1-58e9c2a56865" providerId="ADAL" clId="{E01DCECD-7FC3-4414-936B-F0A67FC80260}" dt="2022-01-02T16:35:09.488" v="89" actId="478"/>
          <ac:spMkLst>
            <pc:docMk/>
            <pc:sldMk cId="64829916" sldId="272"/>
            <ac:spMk id="3" creationId="{477C2AF4-F416-44D3-A700-AF4498FB7EA8}"/>
          </ac:spMkLst>
        </pc:spChg>
        <pc:graphicFrameChg chg="add mod">
          <ac:chgData name="Hasan Hboubati" userId="6c1e9525-87e3-4ff2-84f1-58e9c2a56865" providerId="ADAL" clId="{E01DCECD-7FC3-4414-936B-F0A67FC80260}" dt="2022-01-02T16:43:28.814" v="321"/>
          <ac:graphicFrameMkLst>
            <pc:docMk/>
            <pc:sldMk cId="64829916" sldId="272"/>
            <ac:graphicFrameMk id="5" creationId="{F30F9472-C269-4ABA-A751-473E2CB6202F}"/>
          </ac:graphicFrameMkLst>
        </pc:graphicFrameChg>
        <pc:picChg chg="add mod">
          <ac:chgData name="Hasan Hboubati" userId="6c1e9525-87e3-4ff2-84f1-58e9c2a56865" providerId="ADAL" clId="{E01DCECD-7FC3-4414-936B-F0A67FC80260}" dt="2022-01-02T16:35:19.773" v="93" actId="14100"/>
          <ac:picMkLst>
            <pc:docMk/>
            <pc:sldMk cId="64829916" sldId="272"/>
            <ac:picMk id="4" creationId="{CD2EDE46-579A-428E-828C-CC14A63905AB}"/>
          </ac:picMkLst>
        </pc:picChg>
      </pc:sldChg>
      <pc:sldChg chg="addSp delSp modSp add mod">
        <pc:chgData name="Hasan Hboubati" userId="6c1e9525-87e3-4ff2-84f1-58e9c2a56865" providerId="ADAL" clId="{E01DCECD-7FC3-4414-936B-F0A67FC80260}" dt="2022-01-02T16:37:54.023" v="167" actId="1076"/>
        <pc:sldMkLst>
          <pc:docMk/>
          <pc:sldMk cId="648130771" sldId="273"/>
        </pc:sldMkLst>
        <pc:spChg chg="mod">
          <ac:chgData name="Hasan Hboubati" userId="6c1e9525-87e3-4ff2-84f1-58e9c2a56865" providerId="ADAL" clId="{E01DCECD-7FC3-4414-936B-F0A67FC80260}" dt="2022-01-02T16:37:54.023" v="167" actId="1076"/>
          <ac:spMkLst>
            <pc:docMk/>
            <pc:sldMk cId="648130771" sldId="273"/>
            <ac:spMk id="2" creationId="{35960107-F4C0-4FF6-8FF6-7B883EA1EF42}"/>
          </ac:spMkLst>
        </pc:spChg>
        <pc:spChg chg="del">
          <ac:chgData name="Hasan Hboubati" userId="6c1e9525-87e3-4ff2-84f1-58e9c2a56865" providerId="ADAL" clId="{E01DCECD-7FC3-4414-936B-F0A67FC80260}" dt="2022-01-02T16:36:46.619" v="130" actId="478"/>
          <ac:spMkLst>
            <pc:docMk/>
            <pc:sldMk cId="648130771" sldId="273"/>
            <ac:spMk id="3" creationId="{477C2AF4-F416-44D3-A700-AF4498FB7EA8}"/>
          </ac:spMkLst>
        </pc:spChg>
        <pc:picChg chg="add mod">
          <ac:chgData name="Hasan Hboubati" userId="6c1e9525-87e3-4ff2-84f1-58e9c2a56865" providerId="ADAL" clId="{E01DCECD-7FC3-4414-936B-F0A67FC80260}" dt="2022-01-02T16:36:51.170" v="131" actId="1076"/>
          <ac:picMkLst>
            <pc:docMk/>
            <pc:sldMk cId="648130771" sldId="273"/>
            <ac:picMk id="4" creationId="{19750549-2B2E-4E31-86E7-7F2EBACAA221}"/>
          </ac:picMkLst>
        </pc:picChg>
      </pc:sldChg>
      <pc:sldChg chg="addSp delSp modSp add mod">
        <pc:chgData name="Hasan Hboubati" userId="6c1e9525-87e3-4ff2-84f1-58e9c2a56865" providerId="ADAL" clId="{E01DCECD-7FC3-4414-936B-F0A67FC80260}" dt="2022-01-02T16:38:39.800" v="252" actId="20577"/>
        <pc:sldMkLst>
          <pc:docMk/>
          <pc:sldMk cId="510364328" sldId="274"/>
        </pc:sldMkLst>
        <pc:spChg chg="mod">
          <ac:chgData name="Hasan Hboubati" userId="6c1e9525-87e3-4ff2-84f1-58e9c2a56865" providerId="ADAL" clId="{E01DCECD-7FC3-4414-936B-F0A67FC80260}" dt="2022-01-02T16:38:22.049" v="237" actId="6549"/>
          <ac:spMkLst>
            <pc:docMk/>
            <pc:sldMk cId="510364328" sldId="274"/>
            <ac:spMk id="2" creationId="{35960107-F4C0-4FF6-8FF6-7B883EA1EF42}"/>
          </ac:spMkLst>
        </pc:spChg>
        <pc:spChg chg="del">
          <ac:chgData name="Hasan Hboubati" userId="6c1e9525-87e3-4ff2-84f1-58e9c2a56865" providerId="ADAL" clId="{E01DCECD-7FC3-4414-936B-F0A67FC80260}" dt="2022-01-02T16:37:22.836" v="161" actId="478"/>
          <ac:spMkLst>
            <pc:docMk/>
            <pc:sldMk cId="510364328" sldId="274"/>
            <ac:spMk id="3" creationId="{477C2AF4-F416-44D3-A700-AF4498FB7EA8}"/>
          </ac:spMkLst>
        </pc:spChg>
        <pc:graphicFrameChg chg="add mod">
          <ac:chgData name="Hasan Hboubati" userId="6c1e9525-87e3-4ff2-84f1-58e9c2a56865" providerId="ADAL" clId="{E01DCECD-7FC3-4414-936B-F0A67FC80260}" dt="2022-01-02T16:38:39.800" v="252" actId="20577"/>
          <ac:graphicFrameMkLst>
            <pc:docMk/>
            <pc:sldMk cId="510364328" sldId="274"/>
            <ac:graphicFrameMk id="5" creationId="{274A5F49-790F-4245-9A10-8226064F2AD0}"/>
          </ac:graphicFrameMkLst>
        </pc:graphicFrameChg>
        <pc:picChg chg="add mod">
          <ac:chgData name="Hasan Hboubati" userId="6c1e9525-87e3-4ff2-84f1-58e9c2a56865" providerId="ADAL" clId="{E01DCECD-7FC3-4414-936B-F0A67FC80260}" dt="2022-01-02T16:37:28.987" v="163" actId="1076"/>
          <ac:picMkLst>
            <pc:docMk/>
            <pc:sldMk cId="510364328" sldId="274"/>
            <ac:picMk id="4" creationId="{EF85A2FE-4E64-4A27-9E73-341AA8A96DCF}"/>
          </ac:picMkLst>
        </pc:picChg>
      </pc:sldChg>
      <pc:sldChg chg="addSp delSp modSp new mod">
        <pc:chgData name="Hasan Hboubati" userId="6c1e9525-87e3-4ff2-84f1-58e9c2a56865" providerId="ADAL" clId="{E01DCECD-7FC3-4414-936B-F0A67FC80260}" dt="2022-01-02T16:43:38.185" v="323" actId="1076"/>
        <pc:sldMkLst>
          <pc:docMk/>
          <pc:sldMk cId="1235984246" sldId="275"/>
        </pc:sldMkLst>
        <pc:spChg chg="mod">
          <ac:chgData name="Hasan Hboubati" userId="6c1e9525-87e3-4ff2-84f1-58e9c2a56865" providerId="ADAL" clId="{E01DCECD-7FC3-4414-936B-F0A67FC80260}" dt="2022-01-02T16:40:33.177" v="297" actId="20577"/>
          <ac:spMkLst>
            <pc:docMk/>
            <pc:sldMk cId="1235984246" sldId="275"/>
            <ac:spMk id="2" creationId="{EDBCE267-5E29-466D-9497-5723730EE979}"/>
          </ac:spMkLst>
        </pc:spChg>
        <pc:spChg chg="del">
          <ac:chgData name="Hasan Hboubati" userId="6c1e9525-87e3-4ff2-84f1-58e9c2a56865" providerId="ADAL" clId="{E01DCECD-7FC3-4414-936B-F0A67FC80260}" dt="2022-01-02T16:40:36.337" v="298" actId="478"/>
          <ac:spMkLst>
            <pc:docMk/>
            <pc:sldMk cId="1235984246" sldId="275"/>
            <ac:spMk id="3" creationId="{158655C4-A5A5-4C41-8ACD-331CB40D2AAD}"/>
          </ac:spMkLst>
        </pc:spChg>
        <pc:spChg chg="add del mod">
          <ac:chgData name="Hasan Hboubati" userId="6c1e9525-87e3-4ff2-84f1-58e9c2a56865" providerId="ADAL" clId="{E01DCECD-7FC3-4414-936B-F0A67FC80260}" dt="2022-01-02T16:43:07.657" v="318" actId="12084"/>
          <ac:spMkLst>
            <pc:docMk/>
            <pc:sldMk cId="1235984246" sldId="275"/>
            <ac:spMk id="5" creationId="{D1C52619-2CF0-42F7-B411-27A106C9772B}"/>
          </ac:spMkLst>
        </pc:spChg>
        <pc:graphicFrameChg chg="add mod">
          <ac:chgData name="Hasan Hboubati" userId="6c1e9525-87e3-4ff2-84f1-58e9c2a56865" providerId="ADAL" clId="{E01DCECD-7FC3-4414-936B-F0A67FC80260}" dt="2022-01-02T16:42:52.087" v="316" actId="14100"/>
          <ac:graphicFrameMkLst>
            <pc:docMk/>
            <pc:sldMk cId="1235984246" sldId="275"/>
            <ac:graphicFrameMk id="6" creationId="{965297D7-5CBF-452D-A58A-28AEC033634C}"/>
          </ac:graphicFrameMkLst>
        </pc:graphicFrameChg>
        <pc:graphicFrameChg chg="add mod">
          <ac:chgData name="Hasan Hboubati" userId="6c1e9525-87e3-4ff2-84f1-58e9c2a56865" providerId="ADAL" clId="{E01DCECD-7FC3-4414-936B-F0A67FC80260}" dt="2022-01-02T16:43:38.185" v="323" actId="1076"/>
          <ac:graphicFrameMkLst>
            <pc:docMk/>
            <pc:sldMk cId="1235984246" sldId="275"/>
            <ac:graphicFrameMk id="7" creationId="{9FDDDE6B-A094-45C8-8921-6E8FE4EF61C2}"/>
          </ac:graphicFrameMkLst>
        </pc:graphicFrameChg>
        <pc:picChg chg="add mod">
          <ac:chgData name="Hasan Hboubati" userId="6c1e9525-87e3-4ff2-84f1-58e9c2a56865" providerId="ADAL" clId="{E01DCECD-7FC3-4414-936B-F0A67FC80260}" dt="2022-01-02T16:40:46.148" v="300" actId="1076"/>
          <ac:picMkLst>
            <pc:docMk/>
            <pc:sldMk cId="1235984246" sldId="275"/>
            <ac:picMk id="4" creationId="{1976D029-18B5-40D1-856D-42EA041C8903}"/>
          </ac:picMkLst>
        </pc:picChg>
      </pc:sldChg>
      <pc:sldChg chg="addSp delSp modSp new mod">
        <pc:chgData name="Hasan Hboubati" userId="6c1e9525-87e3-4ff2-84f1-58e9c2a56865" providerId="ADAL" clId="{E01DCECD-7FC3-4414-936B-F0A67FC80260}" dt="2022-01-02T16:47:25.789" v="355" actId="14100"/>
        <pc:sldMkLst>
          <pc:docMk/>
          <pc:sldMk cId="2135077765" sldId="276"/>
        </pc:sldMkLst>
        <pc:spChg chg="mod">
          <ac:chgData name="Hasan Hboubati" userId="6c1e9525-87e3-4ff2-84f1-58e9c2a56865" providerId="ADAL" clId="{E01DCECD-7FC3-4414-936B-F0A67FC80260}" dt="2022-01-02T16:47:01.788" v="351"/>
          <ac:spMkLst>
            <pc:docMk/>
            <pc:sldMk cId="2135077765" sldId="276"/>
            <ac:spMk id="2" creationId="{6E9A2BBD-C23B-42AE-ABCA-72AEC2F7CAA1}"/>
          </ac:spMkLst>
        </pc:spChg>
        <pc:spChg chg="del">
          <ac:chgData name="Hasan Hboubati" userId="6c1e9525-87e3-4ff2-84f1-58e9c2a56865" providerId="ADAL" clId="{E01DCECD-7FC3-4414-936B-F0A67FC80260}" dt="2022-01-02T16:46:52.802" v="349" actId="478"/>
          <ac:spMkLst>
            <pc:docMk/>
            <pc:sldMk cId="2135077765" sldId="276"/>
            <ac:spMk id="3" creationId="{A8FC9218-7D41-4B80-8E8B-7A06557F5389}"/>
          </ac:spMkLst>
        </pc:spChg>
        <pc:picChg chg="add mod">
          <ac:chgData name="Hasan Hboubati" userId="6c1e9525-87e3-4ff2-84f1-58e9c2a56865" providerId="ADAL" clId="{E01DCECD-7FC3-4414-936B-F0A67FC80260}" dt="2022-01-02T16:47:25.789" v="355" actId="14100"/>
          <ac:picMkLst>
            <pc:docMk/>
            <pc:sldMk cId="2135077765" sldId="276"/>
            <ac:picMk id="4" creationId="{7D2206D2-4427-4310-B696-76094DAFE0DA}"/>
          </ac:picMkLst>
        </pc:picChg>
      </pc:sldChg>
      <pc:sldChg chg="addSp delSp modSp new mod">
        <pc:chgData name="Hasan Hboubati" userId="6c1e9525-87e3-4ff2-84f1-58e9c2a56865" providerId="ADAL" clId="{E01DCECD-7FC3-4414-936B-F0A67FC80260}" dt="2022-01-02T16:44:16.639" v="348" actId="20577"/>
        <pc:sldMkLst>
          <pc:docMk/>
          <pc:sldMk cId="960975068" sldId="277"/>
        </pc:sldMkLst>
        <pc:spChg chg="mod">
          <ac:chgData name="Hasan Hboubati" userId="6c1e9525-87e3-4ff2-84f1-58e9c2a56865" providerId="ADAL" clId="{E01DCECD-7FC3-4414-936B-F0A67FC80260}" dt="2022-01-02T16:44:16.639" v="348" actId="20577"/>
          <ac:spMkLst>
            <pc:docMk/>
            <pc:sldMk cId="960975068" sldId="277"/>
            <ac:spMk id="2" creationId="{964B5FE7-2002-4358-A587-9D630717513C}"/>
          </ac:spMkLst>
        </pc:spChg>
        <pc:spChg chg="del">
          <ac:chgData name="Hasan Hboubati" userId="6c1e9525-87e3-4ff2-84f1-58e9c2a56865" providerId="ADAL" clId="{E01DCECD-7FC3-4414-936B-F0A67FC80260}" dt="2022-01-02T16:44:01.845" v="325" actId="478"/>
          <ac:spMkLst>
            <pc:docMk/>
            <pc:sldMk cId="960975068" sldId="277"/>
            <ac:spMk id="3" creationId="{D964FB99-2BB4-426F-A9F8-175A787EAA2F}"/>
          </ac:spMkLst>
        </pc:spChg>
        <pc:picChg chg="add mod">
          <ac:chgData name="Hasan Hboubati" userId="6c1e9525-87e3-4ff2-84f1-58e9c2a56865" providerId="ADAL" clId="{E01DCECD-7FC3-4414-936B-F0A67FC80260}" dt="2022-01-02T16:44:07.465" v="327" actId="1076"/>
          <ac:picMkLst>
            <pc:docMk/>
            <pc:sldMk cId="960975068" sldId="277"/>
            <ac:picMk id="4" creationId="{A1F238CF-A608-41A1-A4F6-B99B8B56B160}"/>
          </ac:picMkLst>
        </pc:picChg>
      </pc:sldChg>
      <pc:sldChg chg="addSp delSp modSp new mod">
        <pc:chgData name="Hasan Hboubati" userId="6c1e9525-87e3-4ff2-84f1-58e9c2a56865" providerId="ADAL" clId="{E01DCECD-7FC3-4414-936B-F0A67FC80260}" dt="2022-01-02T17:30:34.730" v="392" actId="20577"/>
        <pc:sldMkLst>
          <pc:docMk/>
          <pc:sldMk cId="2443299051" sldId="278"/>
        </pc:sldMkLst>
        <pc:spChg chg="mod">
          <ac:chgData name="Hasan Hboubati" userId="6c1e9525-87e3-4ff2-84f1-58e9c2a56865" providerId="ADAL" clId="{E01DCECD-7FC3-4414-936B-F0A67FC80260}" dt="2022-01-02T17:30:34.730" v="392" actId="20577"/>
          <ac:spMkLst>
            <pc:docMk/>
            <pc:sldMk cId="2443299051" sldId="278"/>
            <ac:spMk id="2" creationId="{1EF2C5A0-8B24-4493-AFD5-D4F82C5C29B2}"/>
          </ac:spMkLst>
        </pc:spChg>
        <pc:spChg chg="del">
          <ac:chgData name="Hasan Hboubati" userId="6c1e9525-87e3-4ff2-84f1-58e9c2a56865" providerId="ADAL" clId="{E01DCECD-7FC3-4414-936B-F0A67FC80260}" dt="2022-01-02T17:30:19.457" v="359" actId="478"/>
          <ac:spMkLst>
            <pc:docMk/>
            <pc:sldMk cId="2443299051" sldId="278"/>
            <ac:spMk id="3" creationId="{BA2C1F70-8215-41DD-A48A-02B3E6E40DA2}"/>
          </ac:spMkLst>
        </pc:spChg>
        <pc:picChg chg="add mod">
          <ac:chgData name="Hasan Hboubati" userId="6c1e9525-87e3-4ff2-84f1-58e9c2a56865" providerId="ADAL" clId="{E01DCECD-7FC3-4414-936B-F0A67FC80260}" dt="2022-01-02T17:30:26.558" v="362" actId="14100"/>
          <ac:picMkLst>
            <pc:docMk/>
            <pc:sldMk cId="2443299051" sldId="278"/>
            <ac:picMk id="4" creationId="{E3F26109-FFBC-465E-A29B-0C8B87E8BBFB}"/>
          </ac:picMkLst>
        </pc:picChg>
      </pc:sldChg>
      <pc:sldChg chg="addSp delSp modSp new mod">
        <pc:chgData name="Hasan Hboubati" userId="6c1e9525-87e3-4ff2-84f1-58e9c2a56865" providerId="ADAL" clId="{E01DCECD-7FC3-4414-936B-F0A67FC80260}" dt="2022-01-02T17:31:23.160" v="417" actId="20577"/>
        <pc:sldMkLst>
          <pc:docMk/>
          <pc:sldMk cId="1948391991" sldId="279"/>
        </pc:sldMkLst>
        <pc:spChg chg="mod">
          <ac:chgData name="Hasan Hboubati" userId="6c1e9525-87e3-4ff2-84f1-58e9c2a56865" providerId="ADAL" clId="{E01DCECD-7FC3-4414-936B-F0A67FC80260}" dt="2022-01-02T17:31:23.160" v="417" actId="20577"/>
          <ac:spMkLst>
            <pc:docMk/>
            <pc:sldMk cId="1948391991" sldId="279"/>
            <ac:spMk id="2" creationId="{7D125282-6FEC-457F-A454-8F08B80A1D88}"/>
          </ac:spMkLst>
        </pc:spChg>
        <pc:spChg chg="del">
          <ac:chgData name="Hasan Hboubati" userId="6c1e9525-87e3-4ff2-84f1-58e9c2a56865" providerId="ADAL" clId="{E01DCECD-7FC3-4414-936B-F0A67FC80260}" dt="2022-01-02T17:31:18.200" v="404" actId="478"/>
          <ac:spMkLst>
            <pc:docMk/>
            <pc:sldMk cId="1948391991" sldId="279"/>
            <ac:spMk id="3" creationId="{82A422C2-4517-4F8D-8E56-25B8FCE926CF}"/>
          </ac:spMkLst>
        </pc:spChg>
        <pc:picChg chg="add mod">
          <ac:chgData name="Hasan Hboubati" userId="6c1e9525-87e3-4ff2-84f1-58e9c2a56865" providerId="ADAL" clId="{E01DCECD-7FC3-4414-936B-F0A67FC80260}" dt="2022-01-02T17:31:18.612" v="405"/>
          <ac:picMkLst>
            <pc:docMk/>
            <pc:sldMk cId="1948391991" sldId="279"/>
            <ac:picMk id="4" creationId="{5916B87E-9EEC-419B-94B0-224640793F25}"/>
          </ac:picMkLst>
        </pc:picChg>
      </pc:sldChg>
      <pc:sldChg chg="modSp new mod">
        <pc:chgData name="Hasan Hboubati" userId="6c1e9525-87e3-4ff2-84f1-58e9c2a56865" providerId="ADAL" clId="{E01DCECD-7FC3-4414-936B-F0A67FC80260}" dt="2022-01-02T17:30:55.009" v="403" actId="20577"/>
        <pc:sldMkLst>
          <pc:docMk/>
          <pc:sldMk cId="74952263" sldId="280"/>
        </pc:sldMkLst>
        <pc:spChg chg="mod">
          <ac:chgData name="Hasan Hboubati" userId="6c1e9525-87e3-4ff2-84f1-58e9c2a56865" providerId="ADAL" clId="{E01DCECD-7FC3-4414-936B-F0A67FC80260}" dt="2022-01-02T17:30:55.009" v="403" actId="20577"/>
          <ac:spMkLst>
            <pc:docMk/>
            <pc:sldMk cId="74952263" sldId="280"/>
            <ac:spMk id="2" creationId="{74D13D08-A8EF-4B8F-A0F3-907B16C85AD4}"/>
          </ac:spMkLst>
        </pc:spChg>
        <pc:spChg chg="mod">
          <ac:chgData name="Hasan Hboubati" userId="6c1e9525-87e3-4ff2-84f1-58e9c2a56865" providerId="ADAL" clId="{E01DCECD-7FC3-4414-936B-F0A67FC80260}" dt="2022-01-02T17:30:51.581" v="393"/>
          <ac:spMkLst>
            <pc:docMk/>
            <pc:sldMk cId="74952263" sldId="280"/>
            <ac:spMk id="3" creationId="{0CF28CCD-B8D0-48BE-97E1-4ED32D2B17CB}"/>
          </ac:spMkLst>
        </pc:spChg>
      </pc:sldChg>
      <pc:sldChg chg="addSp delSp modSp del mod">
        <pc:chgData name="Hasan Hboubati" userId="6c1e9525-87e3-4ff2-84f1-58e9c2a56865" providerId="ADAL" clId="{E01DCECD-7FC3-4414-936B-F0A67FC80260}" dt="2022-01-02T16:32:16.909" v="65"/>
        <pc:sldMkLst>
          <pc:docMk/>
          <pc:sldMk cId="3616846123" sldId="550"/>
        </pc:sldMkLst>
        <pc:spChg chg="add del">
          <ac:chgData name="Hasan Hboubati" userId="6c1e9525-87e3-4ff2-84f1-58e9c2a56865" providerId="ADAL" clId="{E01DCECD-7FC3-4414-936B-F0A67FC80260}" dt="2022-01-02T16:31:32.581" v="63" actId="478"/>
          <ac:spMkLst>
            <pc:docMk/>
            <pc:sldMk cId="3616846123" sldId="550"/>
            <ac:spMk id="3" creationId="{00000000-0000-0000-0000-000000000000}"/>
          </ac:spMkLst>
        </pc:spChg>
        <pc:spChg chg="add del mod">
          <ac:chgData name="Hasan Hboubati" userId="6c1e9525-87e3-4ff2-84f1-58e9c2a56865" providerId="ADAL" clId="{E01DCECD-7FC3-4414-936B-F0A67FC80260}" dt="2022-01-02T16:31:32.581" v="63" actId="478"/>
          <ac:spMkLst>
            <pc:docMk/>
            <pc:sldMk cId="3616846123" sldId="550"/>
            <ac:spMk id="5" creationId="{5DBF1F03-FE85-435F-BBDD-D079E96B4D22}"/>
          </ac:spMkLst>
        </pc:spChg>
      </pc:sldChg>
      <pc:sldChg chg="del">
        <pc:chgData name="Hasan Hboubati" userId="6c1e9525-87e3-4ff2-84f1-58e9c2a56865" providerId="ADAL" clId="{E01DCECD-7FC3-4414-936B-F0A67FC80260}" dt="2022-01-02T16:32:16.909" v="65"/>
        <pc:sldMkLst>
          <pc:docMk/>
          <pc:sldMk cId="1673901859" sldId="551"/>
        </pc:sldMkLst>
      </pc:sldChg>
      <pc:sldChg chg="del">
        <pc:chgData name="Hasan Hboubati" userId="6c1e9525-87e3-4ff2-84f1-58e9c2a56865" providerId="ADAL" clId="{E01DCECD-7FC3-4414-936B-F0A67FC80260}" dt="2022-01-02T16:32:16.909" v="65"/>
        <pc:sldMkLst>
          <pc:docMk/>
          <pc:sldMk cId="3093582410" sldId="552"/>
        </pc:sldMkLst>
      </pc:sldChg>
      <pc:sldChg chg="del">
        <pc:chgData name="Hasan Hboubati" userId="6c1e9525-87e3-4ff2-84f1-58e9c2a56865" providerId="ADAL" clId="{E01DCECD-7FC3-4414-936B-F0A67FC80260}" dt="2022-01-02T16:32:16.909" v="65"/>
        <pc:sldMkLst>
          <pc:docMk/>
          <pc:sldMk cId="1000027698" sldId="553"/>
        </pc:sldMkLst>
      </pc:sldChg>
      <pc:sldChg chg="del">
        <pc:chgData name="Hasan Hboubati" userId="6c1e9525-87e3-4ff2-84f1-58e9c2a56865" providerId="ADAL" clId="{E01DCECD-7FC3-4414-936B-F0A67FC80260}" dt="2022-01-02T16:32:16.909" v="65"/>
        <pc:sldMkLst>
          <pc:docMk/>
          <pc:sldMk cId="3926103853" sldId="55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D25B5D-D84F-431C-9D14-1EBBC40BBB0E}"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71BEB1FE-617D-48D3-95B8-E47EBE028D09}">
      <dgm:prSet/>
      <dgm:spPr/>
      <dgm:t>
        <a:bodyPr/>
        <a:lstStyle/>
        <a:p>
          <a:pPr rtl="0"/>
          <a:r>
            <a:rPr lang="en-US"/>
            <a:t>What is "too many" slices though? </a:t>
          </a:r>
        </a:p>
      </dgm:t>
    </dgm:pt>
    <dgm:pt modelId="{E9D67044-0735-4788-B59F-08EF888725C4}" type="parTrans" cxnId="{058D1239-8FA1-47A0-BD5D-C5BA261E27D5}">
      <dgm:prSet/>
      <dgm:spPr/>
      <dgm:t>
        <a:bodyPr/>
        <a:lstStyle/>
        <a:p>
          <a:endParaRPr lang="en-US"/>
        </a:p>
      </dgm:t>
    </dgm:pt>
    <dgm:pt modelId="{0B8C6D8A-91A6-4E59-9CF3-C45E53CE27B1}" type="sibTrans" cxnId="{058D1239-8FA1-47A0-BD5D-C5BA261E27D5}">
      <dgm:prSet/>
      <dgm:spPr/>
      <dgm:t>
        <a:bodyPr/>
        <a:lstStyle/>
        <a:p>
          <a:endParaRPr lang="en-US"/>
        </a:p>
      </dgm:t>
    </dgm:pt>
    <dgm:pt modelId="{11509431-9243-4913-99B5-6AE6804142D5}">
      <dgm:prSet/>
      <dgm:spPr/>
      <dgm:t>
        <a:bodyPr/>
        <a:lstStyle/>
        <a:p>
          <a:pPr rtl="0"/>
          <a:r>
            <a:rPr lang="en-US"/>
            <a:t>That's a judgement call, but if it's hard to tell that one slice represents twice the value as another or smaller slices start to look the same, it's time to scale back. </a:t>
          </a:r>
        </a:p>
      </dgm:t>
    </dgm:pt>
    <dgm:pt modelId="{E64B7AA0-EAC2-48D9-AC3D-B31B45FCE2DA}" type="parTrans" cxnId="{5C8A0EDC-F3EC-47A8-BEC4-A2477E0EEA7C}">
      <dgm:prSet/>
      <dgm:spPr/>
      <dgm:t>
        <a:bodyPr/>
        <a:lstStyle/>
        <a:p>
          <a:endParaRPr lang="en-US"/>
        </a:p>
      </dgm:t>
    </dgm:pt>
    <dgm:pt modelId="{7DDE49A9-4191-46DE-A452-7B8407FF7310}" type="sibTrans" cxnId="{5C8A0EDC-F3EC-47A8-BEC4-A2477E0EEA7C}">
      <dgm:prSet/>
      <dgm:spPr/>
      <dgm:t>
        <a:bodyPr/>
        <a:lstStyle/>
        <a:p>
          <a:endParaRPr lang="en-US"/>
        </a:p>
      </dgm:t>
    </dgm:pt>
    <dgm:pt modelId="{CCABEC15-22B1-4E3B-AC40-38291053A738}">
      <dgm:prSet/>
      <dgm:spPr/>
      <dgm:t>
        <a:bodyPr/>
        <a:lstStyle/>
        <a:p>
          <a:pPr rtl="0"/>
          <a:r>
            <a:rPr lang="en-US"/>
            <a:t>Consider clumping the smaller categories into a larger "Other" group. </a:t>
          </a:r>
        </a:p>
      </dgm:t>
    </dgm:pt>
    <dgm:pt modelId="{3DCD8D49-4CDA-4485-AE0A-D9AAFBDF3A21}" type="parTrans" cxnId="{6D15B0A6-D4DB-4C31-BD60-B4F8AA0E842C}">
      <dgm:prSet/>
      <dgm:spPr/>
      <dgm:t>
        <a:bodyPr/>
        <a:lstStyle/>
        <a:p>
          <a:endParaRPr lang="en-US"/>
        </a:p>
      </dgm:t>
    </dgm:pt>
    <dgm:pt modelId="{E141B019-E340-4080-B136-259C4E2C6D97}" type="sibTrans" cxnId="{6D15B0A6-D4DB-4C31-BD60-B4F8AA0E842C}">
      <dgm:prSet/>
      <dgm:spPr/>
      <dgm:t>
        <a:bodyPr/>
        <a:lstStyle/>
        <a:p>
          <a:endParaRPr lang="en-US"/>
        </a:p>
      </dgm:t>
    </dgm:pt>
    <dgm:pt modelId="{A0F8A9D4-F7CE-4A83-B5BD-FACDCA734F56}">
      <dgm:prSet/>
      <dgm:spPr/>
      <dgm:t>
        <a:bodyPr/>
        <a:lstStyle/>
        <a:p>
          <a:pPr rtl="0"/>
          <a:r>
            <a:rPr lang="en-US" dirty="0"/>
            <a:t>The same goes for donut charts.</a:t>
          </a:r>
        </a:p>
      </dgm:t>
    </dgm:pt>
    <dgm:pt modelId="{B7633173-5B7A-4B60-A604-46B842FBF353}" type="parTrans" cxnId="{4E23E45F-E044-4C94-BBDE-00C31AB7B699}">
      <dgm:prSet/>
      <dgm:spPr/>
      <dgm:t>
        <a:bodyPr/>
        <a:lstStyle/>
        <a:p>
          <a:endParaRPr lang="en-US"/>
        </a:p>
      </dgm:t>
    </dgm:pt>
    <dgm:pt modelId="{EBFF9CD8-F975-4787-B485-5E9FAB6DA604}" type="sibTrans" cxnId="{4E23E45F-E044-4C94-BBDE-00C31AB7B699}">
      <dgm:prSet/>
      <dgm:spPr/>
      <dgm:t>
        <a:bodyPr/>
        <a:lstStyle/>
        <a:p>
          <a:endParaRPr lang="en-US"/>
        </a:p>
      </dgm:t>
    </dgm:pt>
    <dgm:pt modelId="{CFD4F3EE-9569-4E3A-BA6F-D520FB61ACC5}" type="pres">
      <dgm:prSet presAssocID="{F9D25B5D-D84F-431C-9D14-1EBBC40BBB0E}" presName="linear" presStyleCnt="0">
        <dgm:presLayoutVars>
          <dgm:animLvl val="lvl"/>
          <dgm:resizeHandles val="exact"/>
        </dgm:presLayoutVars>
      </dgm:prSet>
      <dgm:spPr/>
    </dgm:pt>
    <dgm:pt modelId="{C0601456-B5F7-4447-9C28-2F84A9CB65F2}" type="pres">
      <dgm:prSet presAssocID="{71BEB1FE-617D-48D3-95B8-E47EBE028D09}" presName="parentText" presStyleLbl="node1" presStyleIdx="0" presStyleCnt="4">
        <dgm:presLayoutVars>
          <dgm:chMax val="0"/>
          <dgm:bulletEnabled val="1"/>
        </dgm:presLayoutVars>
      </dgm:prSet>
      <dgm:spPr/>
    </dgm:pt>
    <dgm:pt modelId="{9E04EE9F-303D-4BCD-96E0-E022DB3C65FB}" type="pres">
      <dgm:prSet presAssocID="{0B8C6D8A-91A6-4E59-9CF3-C45E53CE27B1}" presName="spacer" presStyleCnt="0"/>
      <dgm:spPr/>
    </dgm:pt>
    <dgm:pt modelId="{09E4460B-B12B-4F18-B666-D022CAF1FF40}" type="pres">
      <dgm:prSet presAssocID="{11509431-9243-4913-99B5-6AE6804142D5}" presName="parentText" presStyleLbl="node1" presStyleIdx="1" presStyleCnt="4">
        <dgm:presLayoutVars>
          <dgm:chMax val="0"/>
          <dgm:bulletEnabled val="1"/>
        </dgm:presLayoutVars>
      </dgm:prSet>
      <dgm:spPr/>
    </dgm:pt>
    <dgm:pt modelId="{947E05F6-1F74-4050-80A8-BAD9BBD7F0AA}" type="pres">
      <dgm:prSet presAssocID="{7DDE49A9-4191-46DE-A452-7B8407FF7310}" presName="spacer" presStyleCnt="0"/>
      <dgm:spPr/>
    </dgm:pt>
    <dgm:pt modelId="{E9894DB9-B80F-442D-90A8-966AACDEBF17}" type="pres">
      <dgm:prSet presAssocID="{CCABEC15-22B1-4E3B-AC40-38291053A738}" presName="parentText" presStyleLbl="node1" presStyleIdx="2" presStyleCnt="4">
        <dgm:presLayoutVars>
          <dgm:chMax val="0"/>
          <dgm:bulletEnabled val="1"/>
        </dgm:presLayoutVars>
      </dgm:prSet>
      <dgm:spPr/>
    </dgm:pt>
    <dgm:pt modelId="{DEE82666-C425-43C3-AF22-C300CBCF951C}" type="pres">
      <dgm:prSet presAssocID="{E141B019-E340-4080-B136-259C4E2C6D97}" presName="spacer" presStyleCnt="0"/>
      <dgm:spPr/>
    </dgm:pt>
    <dgm:pt modelId="{89E93FA7-08CA-4A9C-8F21-84CF72AD0970}" type="pres">
      <dgm:prSet presAssocID="{A0F8A9D4-F7CE-4A83-B5BD-FACDCA734F56}" presName="parentText" presStyleLbl="node1" presStyleIdx="3" presStyleCnt="4">
        <dgm:presLayoutVars>
          <dgm:chMax val="0"/>
          <dgm:bulletEnabled val="1"/>
        </dgm:presLayoutVars>
      </dgm:prSet>
      <dgm:spPr/>
    </dgm:pt>
  </dgm:ptLst>
  <dgm:cxnLst>
    <dgm:cxn modelId="{49632116-60BA-48B1-99E2-CE4E21694BE6}" type="presOf" srcId="{F9D25B5D-D84F-431C-9D14-1EBBC40BBB0E}" destId="{CFD4F3EE-9569-4E3A-BA6F-D520FB61ACC5}" srcOrd="0" destOrd="0" presId="urn:microsoft.com/office/officeart/2005/8/layout/vList2"/>
    <dgm:cxn modelId="{058D1239-8FA1-47A0-BD5D-C5BA261E27D5}" srcId="{F9D25B5D-D84F-431C-9D14-1EBBC40BBB0E}" destId="{71BEB1FE-617D-48D3-95B8-E47EBE028D09}" srcOrd="0" destOrd="0" parTransId="{E9D67044-0735-4788-B59F-08EF888725C4}" sibTransId="{0B8C6D8A-91A6-4E59-9CF3-C45E53CE27B1}"/>
    <dgm:cxn modelId="{5448DF45-064C-4B2E-BE17-4E1FBE5181A0}" type="presOf" srcId="{11509431-9243-4913-99B5-6AE6804142D5}" destId="{09E4460B-B12B-4F18-B666-D022CAF1FF40}" srcOrd="0" destOrd="0" presId="urn:microsoft.com/office/officeart/2005/8/layout/vList2"/>
    <dgm:cxn modelId="{E9006447-7AE6-456A-B15D-057B102FC211}" type="presOf" srcId="{A0F8A9D4-F7CE-4A83-B5BD-FACDCA734F56}" destId="{89E93FA7-08CA-4A9C-8F21-84CF72AD0970}" srcOrd="0" destOrd="0" presId="urn:microsoft.com/office/officeart/2005/8/layout/vList2"/>
    <dgm:cxn modelId="{17C9E94A-8079-402E-96D3-77EB30644334}" type="presOf" srcId="{CCABEC15-22B1-4E3B-AC40-38291053A738}" destId="{E9894DB9-B80F-442D-90A8-966AACDEBF17}" srcOrd="0" destOrd="0" presId="urn:microsoft.com/office/officeart/2005/8/layout/vList2"/>
    <dgm:cxn modelId="{4E23E45F-E044-4C94-BBDE-00C31AB7B699}" srcId="{F9D25B5D-D84F-431C-9D14-1EBBC40BBB0E}" destId="{A0F8A9D4-F7CE-4A83-B5BD-FACDCA734F56}" srcOrd="3" destOrd="0" parTransId="{B7633173-5B7A-4B60-A604-46B842FBF353}" sibTransId="{EBFF9CD8-F975-4787-B485-5E9FAB6DA604}"/>
    <dgm:cxn modelId="{33BCEE74-8DC7-4204-860C-FE948A703BE5}" type="presOf" srcId="{71BEB1FE-617D-48D3-95B8-E47EBE028D09}" destId="{C0601456-B5F7-4447-9C28-2F84A9CB65F2}" srcOrd="0" destOrd="0" presId="urn:microsoft.com/office/officeart/2005/8/layout/vList2"/>
    <dgm:cxn modelId="{6D15B0A6-D4DB-4C31-BD60-B4F8AA0E842C}" srcId="{F9D25B5D-D84F-431C-9D14-1EBBC40BBB0E}" destId="{CCABEC15-22B1-4E3B-AC40-38291053A738}" srcOrd="2" destOrd="0" parTransId="{3DCD8D49-4CDA-4485-AE0A-D9AAFBDF3A21}" sibTransId="{E141B019-E340-4080-B136-259C4E2C6D97}"/>
    <dgm:cxn modelId="{5C8A0EDC-F3EC-47A8-BEC4-A2477E0EEA7C}" srcId="{F9D25B5D-D84F-431C-9D14-1EBBC40BBB0E}" destId="{11509431-9243-4913-99B5-6AE6804142D5}" srcOrd="1" destOrd="0" parTransId="{E64B7AA0-EAC2-48D9-AC3D-B31B45FCE2DA}" sibTransId="{7DDE49A9-4191-46DE-A452-7B8407FF7310}"/>
    <dgm:cxn modelId="{38B03E56-D16C-4BA4-99BA-3F7398B149EE}" type="presParOf" srcId="{CFD4F3EE-9569-4E3A-BA6F-D520FB61ACC5}" destId="{C0601456-B5F7-4447-9C28-2F84A9CB65F2}" srcOrd="0" destOrd="0" presId="urn:microsoft.com/office/officeart/2005/8/layout/vList2"/>
    <dgm:cxn modelId="{8ABB9C66-93DD-4C1B-8C3B-52D6E8A8A5D2}" type="presParOf" srcId="{CFD4F3EE-9569-4E3A-BA6F-D520FB61ACC5}" destId="{9E04EE9F-303D-4BCD-96E0-E022DB3C65FB}" srcOrd="1" destOrd="0" presId="urn:microsoft.com/office/officeart/2005/8/layout/vList2"/>
    <dgm:cxn modelId="{9A55866B-A12C-4CDC-B3B3-36BC14317EA5}" type="presParOf" srcId="{CFD4F3EE-9569-4E3A-BA6F-D520FB61ACC5}" destId="{09E4460B-B12B-4F18-B666-D022CAF1FF40}" srcOrd="2" destOrd="0" presId="urn:microsoft.com/office/officeart/2005/8/layout/vList2"/>
    <dgm:cxn modelId="{4A6A0CAC-A5B3-40C1-8C97-717F26B3FBD9}" type="presParOf" srcId="{CFD4F3EE-9569-4E3A-BA6F-D520FB61ACC5}" destId="{947E05F6-1F74-4050-80A8-BAD9BBD7F0AA}" srcOrd="3" destOrd="0" presId="urn:microsoft.com/office/officeart/2005/8/layout/vList2"/>
    <dgm:cxn modelId="{071365B2-9360-43FA-8992-78836BEA7655}" type="presParOf" srcId="{CFD4F3EE-9569-4E3A-BA6F-D520FB61ACC5}" destId="{E9894DB9-B80F-442D-90A8-966AACDEBF17}" srcOrd="4" destOrd="0" presId="urn:microsoft.com/office/officeart/2005/8/layout/vList2"/>
    <dgm:cxn modelId="{743FC933-DB16-4B17-9B3C-FCEC2F7BE8EB}" type="presParOf" srcId="{CFD4F3EE-9569-4E3A-BA6F-D520FB61ACC5}" destId="{DEE82666-C425-43C3-AF22-C300CBCF951C}" srcOrd="5" destOrd="0" presId="urn:microsoft.com/office/officeart/2005/8/layout/vList2"/>
    <dgm:cxn modelId="{B0E282AE-92BC-43A4-81D1-6381368E6A81}" type="presParOf" srcId="{CFD4F3EE-9569-4E3A-BA6F-D520FB61ACC5}" destId="{89E93FA7-08CA-4A9C-8F21-84CF72AD0970}"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EBC925-F231-460E-B048-6A9D64C8E819}"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51963595-D6D9-47D3-8D3A-34D4230CC9E7}">
      <dgm:prSet/>
      <dgm:spPr/>
      <dgm:t>
        <a:bodyPr/>
        <a:lstStyle/>
        <a:p>
          <a:pPr rtl="0"/>
          <a:endParaRPr lang="en-US" dirty="0"/>
        </a:p>
      </dgm:t>
    </dgm:pt>
    <dgm:pt modelId="{7C92B871-6BD6-47D4-AE58-74A343E1D12B}" type="parTrans" cxnId="{08385DDE-9063-4805-ABE1-4C2E2759141C}">
      <dgm:prSet/>
      <dgm:spPr/>
      <dgm:t>
        <a:bodyPr/>
        <a:lstStyle/>
        <a:p>
          <a:endParaRPr lang="en-US"/>
        </a:p>
      </dgm:t>
    </dgm:pt>
    <dgm:pt modelId="{34481B63-A14D-4036-8A58-B84464EA1C71}" type="sibTrans" cxnId="{08385DDE-9063-4805-ABE1-4C2E2759141C}">
      <dgm:prSet/>
      <dgm:spPr/>
      <dgm:t>
        <a:bodyPr/>
        <a:lstStyle/>
        <a:p>
          <a:endParaRPr lang="en-US"/>
        </a:p>
      </dgm:t>
    </dgm:pt>
    <dgm:pt modelId="{1833927C-A664-49DB-A8AF-B2EB16BF82A5}">
      <dgm:prSet custT="1"/>
      <dgm:spPr/>
      <dgm:t>
        <a:bodyPr/>
        <a:lstStyle/>
        <a:p>
          <a:pPr rtl="0"/>
          <a:r>
            <a:rPr lang="en-US" sz="1800" dirty="0"/>
            <a:t>Charts that represent parts of a whole should be used to show data that represents parts of a whole. </a:t>
          </a:r>
        </a:p>
      </dgm:t>
    </dgm:pt>
    <dgm:pt modelId="{7234DB62-D98D-4CAB-96ED-15A2CF33C344}" type="parTrans" cxnId="{6B17C17F-E10E-414E-95C6-8EA6825448CD}">
      <dgm:prSet/>
      <dgm:spPr/>
      <dgm:t>
        <a:bodyPr/>
        <a:lstStyle/>
        <a:p>
          <a:endParaRPr lang="en-US"/>
        </a:p>
      </dgm:t>
    </dgm:pt>
    <dgm:pt modelId="{AD4D6FFD-4C6B-4C4D-88CC-F156CA6EFE0B}" type="sibTrans" cxnId="{6B17C17F-E10E-414E-95C6-8EA6825448CD}">
      <dgm:prSet/>
      <dgm:spPr/>
      <dgm:t>
        <a:bodyPr/>
        <a:lstStyle/>
        <a:p>
          <a:endParaRPr lang="en-US"/>
        </a:p>
      </dgm:t>
    </dgm:pt>
    <dgm:pt modelId="{D4D56F9C-B81B-4E9E-93D9-0460818B1836}">
      <dgm:prSet custT="1"/>
      <dgm:spPr/>
      <dgm:t>
        <a:bodyPr/>
        <a:lstStyle/>
        <a:p>
          <a:pPr rtl="0"/>
          <a:r>
            <a:rPr lang="en-US" sz="1800" dirty="0"/>
            <a:t>This includes stacked bar charts, stacked area graphs, </a:t>
          </a:r>
          <a:r>
            <a:rPr lang="en-US" sz="1800" dirty="0" err="1"/>
            <a:t>treemaps</a:t>
          </a:r>
          <a:r>
            <a:rPr lang="en-US" sz="1800" dirty="0"/>
            <a:t>, mosaic plots, donut charts, and pie charts. </a:t>
          </a:r>
        </a:p>
      </dgm:t>
    </dgm:pt>
    <dgm:pt modelId="{22365235-9185-40F7-B8A7-B6AF2F7DC5E2}" type="parTrans" cxnId="{94B15FE4-1016-409D-87C7-62D7B713C618}">
      <dgm:prSet/>
      <dgm:spPr/>
      <dgm:t>
        <a:bodyPr/>
        <a:lstStyle/>
        <a:p>
          <a:endParaRPr lang="en-US"/>
        </a:p>
      </dgm:t>
    </dgm:pt>
    <dgm:pt modelId="{35D0DE22-4A7A-4CCE-8DFA-19A0604E83FE}" type="sibTrans" cxnId="{94B15FE4-1016-409D-87C7-62D7B713C618}">
      <dgm:prSet/>
      <dgm:spPr/>
      <dgm:t>
        <a:bodyPr/>
        <a:lstStyle/>
        <a:p>
          <a:endParaRPr lang="en-US"/>
        </a:p>
      </dgm:t>
    </dgm:pt>
    <dgm:pt modelId="{5BBB879B-3E84-4EC5-A849-358BB6FF9235}">
      <dgm:prSet custT="1"/>
      <dgm:spPr/>
      <dgm:t>
        <a:bodyPr/>
        <a:lstStyle/>
        <a:p>
          <a:pPr rtl="0"/>
          <a:r>
            <a:rPr lang="en-US" sz="1800" dirty="0"/>
            <a:t>Each section in these charts represents a separate, non-overlapping proportion.</a:t>
          </a:r>
        </a:p>
      </dgm:t>
    </dgm:pt>
    <dgm:pt modelId="{D0C634A8-7796-4CCF-8FEC-70EBC48FF5B2}" type="parTrans" cxnId="{E348FB37-F5B2-4EA6-80D5-1654F1C8FEEE}">
      <dgm:prSet/>
      <dgm:spPr/>
      <dgm:t>
        <a:bodyPr/>
        <a:lstStyle/>
        <a:p>
          <a:endParaRPr lang="en-US"/>
        </a:p>
      </dgm:t>
    </dgm:pt>
    <dgm:pt modelId="{28724B99-71A6-4C3A-8699-611A8C372401}" type="sibTrans" cxnId="{E348FB37-F5B2-4EA6-80D5-1654F1C8FEEE}">
      <dgm:prSet/>
      <dgm:spPr/>
      <dgm:t>
        <a:bodyPr/>
        <a:lstStyle/>
        <a:p>
          <a:endParaRPr lang="en-US"/>
        </a:p>
      </dgm:t>
    </dgm:pt>
    <dgm:pt modelId="{F51BF23B-1523-41C7-B515-1105A5FB352A}" type="pres">
      <dgm:prSet presAssocID="{18EBC925-F231-460E-B048-6A9D64C8E819}" presName="vert0" presStyleCnt="0">
        <dgm:presLayoutVars>
          <dgm:dir/>
          <dgm:animOne val="branch"/>
          <dgm:animLvl val="lvl"/>
        </dgm:presLayoutVars>
      </dgm:prSet>
      <dgm:spPr/>
    </dgm:pt>
    <dgm:pt modelId="{5B025246-A4B9-45D1-91E5-A3F7C46836E4}" type="pres">
      <dgm:prSet presAssocID="{51963595-D6D9-47D3-8D3A-34D4230CC9E7}" presName="thickLine" presStyleLbl="alignNode1" presStyleIdx="0" presStyleCnt="1"/>
      <dgm:spPr/>
    </dgm:pt>
    <dgm:pt modelId="{B6A83866-C587-4F28-89A9-3D956563B812}" type="pres">
      <dgm:prSet presAssocID="{51963595-D6D9-47D3-8D3A-34D4230CC9E7}" presName="horz1" presStyleCnt="0"/>
      <dgm:spPr/>
    </dgm:pt>
    <dgm:pt modelId="{283BD60B-03A1-48B4-8D1D-7A17C45F675B}" type="pres">
      <dgm:prSet presAssocID="{51963595-D6D9-47D3-8D3A-34D4230CC9E7}" presName="tx1" presStyleLbl="revTx" presStyleIdx="0" presStyleCnt="4"/>
      <dgm:spPr/>
    </dgm:pt>
    <dgm:pt modelId="{EBA68897-11BF-4918-B603-985EC8D54CD2}" type="pres">
      <dgm:prSet presAssocID="{51963595-D6D9-47D3-8D3A-34D4230CC9E7}" presName="vert1" presStyleCnt="0"/>
      <dgm:spPr/>
    </dgm:pt>
    <dgm:pt modelId="{1BCBAC2E-DA7C-4024-BFB5-D3A9CBCCC76A}" type="pres">
      <dgm:prSet presAssocID="{1833927C-A664-49DB-A8AF-B2EB16BF82A5}" presName="vertSpace2a" presStyleCnt="0"/>
      <dgm:spPr/>
    </dgm:pt>
    <dgm:pt modelId="{67CAB1DC-EF62-4740-AE46-0C638EA65363}" type="pres">
      <dgm:prSet presAssocID="{1833927C-A664-49DB-A8AF-B2EB16BF82A5}" presName="horz2" presStyleCnt="0"/>
      <dgm:spPr/>
    </dgm:pt>
    <dgm:pt modelId="{15114D5B-068D-4EA1-9A6C-099CC21B01A9}" type="pres">
      <dgm:prSet presAssocID="{1833927C-A664-49DB-A8AF-B2EB16BF82A5}" presName="horzSpace2" presStyleCnt="0"/>
      <dgm:spPr/>
    </dgm:pt>
    <dgm:pt modelId="{F7E50A99-7BB1-47D8-8C90-59E075382315}" type="pres">
      <dgm:prSet presAssocID="{1833927C-A664-49DB-A8AF-B2EB16BF82A5}" presName="tx2" presStyleLbl="revTx" presStyleIdx="1" presStyleCnt="4"/>
      <dgm:spPr/>
    </dgm:pt>
    <dgm:pt modelId="{F4F5AB64-BE24-453C-99BD-735C8074C7E6}" type="pres">
      <dgm:prSet presAssocID="{1833927C-A664-49DB-A8AF-B2EB16BF82A5}" presName="vert2" presStyleCnt="0"/>
      <dgm:spPr/>
    </dgm:pt>
    <dgm:pt modelId="{A38FB87F-6E63-4F21-AC99-950186FC1BA9}" type="pres">
      <dgm:prSet presAssocID="{1833927C-A664-49DB-A8AF-B2EB16BF82A5}" presName="thinLine2b" presStyleLbl="callout" presStyleIdx="0" presStyleCnt="3"/>
      <dgm:spPr/>
    </dgm:pt>
    <dgm:pt modelId="{EB44BF21-790E-4DF1-87ED-5CEDAB7217E1}" type="pres">
      <dgm:prSet presAssocID="{1833927C-A664-49DB-A8AF-B2EB16BF82A5}" presName="vertSpace2b" presStyleCnt="0"/>
      <dgm:spPr/>
    </dgm:pt>
    <dgm:pt modelId="{0BA87AFE-F905-4301-8454-997CC97335BD}" type="pres">
      <dgm:prSet presAssocID="{D4D56F9C-B81B-4E9E-93D9-0460818B1836}" presName="horz2" presStyleCnt="0"/>
      <dgm:spPr/>
    </dgm:pt>
    <dgm:pt modelId="{633EE388-E64B-4032-BC2C-811A01FCA0AB}" type="pres">
      <dgm:prSet presAssocID="{D4D56F9C-B81B-4E9E-93D9-0460818B1836}" presName="horzSpace2" presStyleCnt="0"/>
      <dgm:spPr/>
    </dgm:pt>
    <dgm:pt modelId="{25D9E960-90FE-430C-A50D-D616127C3F9D}" type="pres">
      <dgm:prSet presAssocID="{D4D56F9C-B81B-4E9E-93D9-0460818B1836}" presName="tx2" presStyleLbl="revTx" presStyleIdx="2" presStyleCnt="4"/>
      <dgm:spPr/>
    </dgm:pt>
    <dgm:pt modelId="{CFF6EE01-A0FF-4B3D-BFC9-EADB8B67428E}" type="pres">
      <dgm:prSet presAssocID="{D4D56F9C-B81B-4E9E-93D9-0460818B1836}" presName="vert2" presStyleCnt="0"/>
      <dgm:spPr/>
    </dgm:pt>
    <dgm:pt modelId="{5D1781E2-310A-4175-810C-D9707FBA101C}" type="pres">
      <dgm:prSet presAssocID="{D4D56F9C-B81B-4E9E-93D9-0460818B1836}" presName="thinLine2b" presStyleLbl="callout" presStyleIdx="1" presStyleCnt="3"/>
      <dgm:spPr/>
    </dgm:pt>
    <dgm:pt modelId="{85999604-104A-4357-8E56-2C0CA7B008F4}" type="pres">
      <dgm:prSet presAssocID="{D4D56F9C-B81B-4E9E-93D9-0460818B1836}" presName="vertSpace2b" presStyleCnt="0"/>
      <dgm:spPr/>
    </dgm:pt>
    <dgm:pt modelId="{65F2C7D7-A1FB-4B9A-9793-16909FFDB69F}" type="pres">
      <dgm:prSet presAssocID="{5BBB879B-3E84-4EC5-A849-358BB6FF9235}" presName="horz2" presStyleCnt="0"/>
      <dgm:spPr/>
    </dgm:pt>
    <dgm:pt modelId="{9AAF74C2-3D83-4FDB-AA5B-D2E0CE332690}" type="pres">
      <dgm:prSet presAssocID="{5BBB879B-3E84-4EC5-A849-358BB6FF9235}" presName="horzSpace2" presStyleCnt="0"/>
      <dgm:spPr/>
    </dgm:pt>
    <dgm:pt modelId="{915346FB-3B2B-4B24-8C29-349FEB9D387C}" type="pres">
      <dgm:prSet presAssocID="{5BBB879B-3E84-4EC5-A849-358BB6FF9235}" presName="tx2" presStyleLbl="revTx" presStyleIdx="3" presStyleCnt="4"/>
      <dgm:spPr/>
    </dgm:pt>
    <dgm:pt modelId="{4C7831B0-66D5-4283-8F5A-052AC4B0B99B}" type="pres">
      <dgm:prSet presAssocID="{5BBB879B-3E84-4EC5-A849-358BB6FF9235}" presName="vert2" presStyleCnt="0"/>
      <dgm:spPr/>
    </dgm:pt>
    <dgm:pt modelId="{84F8A85C-FF64-423C-9E69-6D6C55A45662}" type="pres">
      <dgm:prSet presAssocID="{5BBB879B-3E84-4EC5-A849-358BB6FF9235}" presName="thinLine2b" presStyleLbl="callout" presStyleIdx="2" presStyleCnt="3"/>
      <dgm:spPr/>
    </dgm:pt>
    <dgm:pt modelId="{9E37CD85-7000-47BA-B4DC-49FFB5E59888}" type="pres">
      <dgm:prSet presAssocID="{5BBB879B-3E84-4EC5-A849-358BB6FF9235}" presName="vertSpace2b" presStyleCnt="0"/>
      <dgm:spPr/>
    </dgm:pt>
  </dgm:ptLst>
  <dgm:cxnLst>
    <dgm:cxn modelId="{4ECC380E-B53F-4183-9F6C-15EDF33D6405}" type="presOf" srcId="{18EBC925-F231-460E-B048-6A9D64C8E819}" destId="{F51BF23B-1523-41C7-B515-1105A5FB352A}" srcOrd="0" destOrd="0" presId="urn:microsoft.com/office/officeart/2008/layout/LinedList"/>
    <dgm:cxn modelId="{E348FB37-F5B2-4EA6-80D5-1654F1C8FEEE}" srcId="{51963595-D6D9-47D3-8D3A-34D4230CC9E7}" destId="{5BBB879B-3E84-4EC5-A849-358BB6FF9235}" srcOrd="2" destOrd="0" parTransId="{D0C634A8-7796-4CCF-8FEC-70EBC48FF5B2}" sibTransId="{28724B99-71A6-4C3A-8699-611A8C372401}"/>
    <dgm:cxn modelId="{6B166C7B-1DF5-43ED-ADEA-57130B121F1B}" type="presOf" srcId="{51963595-D6D9-47D3-8D3A-34D4230CC9E7}" destId="{283BD60B-03A1-48B4-8D1D-7A17C45F675B}" srcOrd="0" destOrd="0" presId="urn:microsoft.com/office/officeart/2008/layout/LinedList"/>
    <dgm:cxn modelId="{6B17C17F-E10E-414E-95C6-8EA6825448CD}" srcId="{51963595-D6D9-47D3-8D3A-34D4230CC9E7}" destId="{1833927C-A664-49DB-A8AF-B2EB16BF82A5}" srcOrd="0" destOrd="0" parTransId="{7234DB62-D98D-4CAB-96ED-15A2CF33C344}" sibTransId="{AD4D6FFD-4C6B-4C4D-88CC-F156CA6EFE0B}"/>
    <dgm:cxn modelId="{A854E18E-BBFD-452B-BBFA-0A414C027F6F}" type="presOf" srcId="{D4D56F9C-B81B-4E9E-93D9-0460818B1836}" destId="{25D9E960-90FE-430C-A50D-D616127C3F9D}" srcOrd="0" destOrd="0" presId="urn:microsoft.com/office/officeart/2008/layout/LinedList"/>
    <dgm:cxn modelId="{510EDDB8-EDE9-4A9E-AE31-4CA62D7FDCB9}" type="presOf" srcId="{1833927C-A664-49DB-A8AF-B2EB16BF82A5}" destId="{F7E50A99-7BB1-47D8-8C90-59E075382315}" srcOrd="0" destOrd="0" presId="urn:microsoft.com/office/officeart/2008/layout/LinedList"/>
    <dgm:cxn modelId="{08385DDE-9063-4805-ABE1-4C2E2759141C}" srcId="{18EBC925-F231-460E-B048-6A9D64C8E819}" destId="{51963595-D6D9-47D3-8D3A-34D4230CC9E7}" srcOrd="0" destOrd="0" parTransId="{7C92B871-6BD6-47D4-AE58-74A343E1D12B}" sibTransId="{34481B63-A14D-4036-8A58-B84464EA1C71}"/>
    <dgm:cxn modelId="{94B15FE4-1016-409D-87C7-62D7B713C618}" srcId="{51963595-D6D9-47D3-8D3A-34D4230CC9E7}" destId="{D4D56F9C-B81B-4E9E-93D9-0460818B1836}" srcOrd="1" destOrd="0" parTransId="{22365235-9185-40F7-B8A7-B6AF2F7DC5E2}" sibTransId="{35D0DE22-4A7A-4CCE-8DFA-19A0604E83FE}"/>
    <dgm:cxn modelId="{637022FC-1CB5-488C-AE6D-C8AA2E959BDD}" type="presOf" srcId="{5BBB879B-3E84-4EC5-A849-358BB6FF9235}" destId="{915346FB-3B2B-4B24-8C29-349FEB9D387C}" srcOrd="0" destOrd="0" presId="urn:microsoft.com/office/officeart/2008/layout/LinedList"/>
    <dgm:cxn modelId="{FA27DCB9-6774-496F-9899-97C33798389F}" type="presParOf" srcId="{F51BF23B-1523-41C7-B515-1105A5FB352A}" destId="{5B025246-A4B9-45D1-91E5-A3F7C46836E4}" srcOrd="0" destOrd="0" presId="urn:microsoft.com/office/officeart/2008/layout/LinedList"/>
    <dgm:cxn modelId="{FEBCBD7F-BD20-4478-86B3-27EDD317C7F6}" type="presParOf" srcId="{F51BF23B-1523-41C7-B515-1105A5FB352A}" destId="{B6A83866-C587-4F28-89A9-3D956563B812}" srcOrd="1" destOrd="0" presId="urn:microsoft.com/office/officeart/2008/layout/LinedList"/>
    <dgm:cxn modelId="{EC61B5AD-BE6A-4291-A96C-7ADDD7A97370}" type="presParOf" srcId="{B6A83866-C587-4F28-89A9-3D956563B812}" destId="{283BD60B-03A1-48B4-8D1D-7A17C45F675B}" srcOrd="0" destOrd="0" presId="urn:microsoft.com/office/officeart/2008/layout/LinedList"/>
    <dgm:cxn modelId="{9E0339B6-AFDE-479A-B7AD-4C577756D6F5}" type="presParOf" srcId="{B6A83866-C587-4F28-89A9-3D956563B812}" destId="{EBA68897-11BF-4918-B603-985EC8D54CD2}" srcOrd="1" destOrd="0" presId="urn:microsoft.com/office/officeart/2008/layout/LinedList"/>
    <dgm:cxn modelId="{B07DA1FF-8D09-4ACC-AADF-2EFD6EAA8E39}" type="presParOf" srcId="{EBA68897-11BF-4918-B603-985EC8D54CD2}" destId="{1BCBAC2E-DA7C-4024-BFB5-D3A9CBCCC76A}" srcOrd="0" destOrd="0" presId="urn:microsoft.com/office/officeart/2008/layout/LinedList"/>
    <dgm:cxn modelId="{6FCE4B4A-04AC-4252-ACE1-90F82BCEC569}" type="presParOf" srcId="{EBA68897-11BF-4918-B603-985EC8D54CD2}" destId="{67CAB1DC-EF62-4740-AE46-0C638EA65363}" srcOrd="1" destOrd="0" presId="urn:microsoft.com/office/officeart/2008/layout/LinedList"/>
    <dgm:cxn modelId="{23BEFE7B-00C5-4042-86A1-ACA31E009116}" type="presParOf" srcId="{67CAB1DC-EF62-4740-AE46-0C638EA65363}" destId="{15114D5B-068D-4EA1-9A6C-099CC21B01A9}" srcOrd="0" destOrd="0" presId="urn:microsoft.com/office/officeart/2008/layout/LinedList"/>
    <dgm:cxn modelId="{BD8656C7-5F5A-4305-8096-991A7D6C008C}" type="presParOf" srcId="{67CAB1DC-EF62-4740-AE46-0C638EA65363}" destId="{F7E50A99-7BB1-47D8-8C90-59E075382315}" srcOrd="1" destOrd="0" presId="urn:microsoft.com/office/officeart/2008/layout/LinedList"/>
    <dgm:cxn modelId="{D77A6CA9-D81E-4DCC-BD4E-AB9C9919DCCE}" type="presParOf" srcId="{67CAB1DC-EF62-4740-AE46-0C638EA65363}" destId="{F4F5AB64-BE24-453C-99BD-735C8074C7E6}" srcOrd="2" destOrd="0" presId="urn:microsoft.com/office/officeart/2008/layout/LinedList"/>
    <dgm:cxn modelId="{546C6176-EAF1-4C2D-88B4-B80CA0950F68}" type="presParOf" srcId="{EBA68897-11BF-4918-B603-985EC8D54CD2}" destId="{A38FB87F-6E63-4F21-AC99-950186FC1BA9}" srcOrd="2" destOrd="0" presId="urn:microsoft.com/office/officeart/2008/layout/LinedList"/>
    <dgm:cxn modelId="{EADCC259-F30A-4999-81C6-151B5B5BB8E3}" type="presParOf" srcId="{EBA68897-11BF-4918-B603-985EC8D54CD2}" destId="{EB44BF21-790E-4DF1-87ED-5CEDAB7217E1}" srcOrd="3" destOrd="0" presId="urn:microsoft.com/office/officeart/2008/layout/LinedList"/>
    <dgm:cxn modelId="{DE8D23C3-585C-4F94-89A4-E250973F7506}" type="presParOf" srcId="{EBA68897-11BF-4918-B603-985EC8D54CD2}" destId="{0BA87AFE-F905-4301-8454-997CC97335BD}" srcOrd="4" destOrd="0" presId="urn:microsoft.com/office/officeart/2008/layout/LinedList"/>
    <dgm:cxn modelId="{3887214D-4657-49AD-A31E-20E05125E04D}" type="presParOf" srcId="{0BA87AFE-F905-4301-8454-997CC97335BD}" destId="{633EE388-E64B-4032-BC2C-811A01FCA0AB}" srcOrd="0" destOrd="0" presId="urn:microsoft.com/office/officeart/2008/layout/LinedList"/>
    <dgm:cxn modelId="{4132BD8C-F7DD-4893-BD0F-BFEEFADA61E8}" type="presParOf" srcId="{0BA87AFE-F905-4301-8454-997CC97335BD}" destId="{25D9E960-90FE-430C-A50D-D616127C3F9D}" srcOrd="1" destOrd="0" presId="urn:microsoft.com/office/officeart/2008/layout/LinedList"/>
    <dgm:cxn modelId="{9C86F753-8E01-491D-ABF5-8EB5878F99B9}" type="presParOf" srcId="{0BA87AFE-F905-4301-8454-997CC97335BD}" destId="{CFF6EE01-A0FF-4B3D-BFC9-EADB8B67428E}" srcOrd="2" destOrd="0" presId="urn:microsoft.com/office/officeart/2008/layout/LinedList"/>
    <dgm:cxn modelId="{88E5E01E-8B7D-4141-9967-A5EF88E2AFFD}" type="presParOf" srcId="{EBA68897-11BF-4918-B603-985EC8D54CD2}" destId="{5D1781E2-310A-4175-810C-D9707FBA101C}" srcOrd="5" destOrd="0" presId="urn:microsoft.com/office/officeart/2008/layout/LinedList"/>
    <dgm:cxn modelId="{6F1AB823-872D-4FF7-9573-24B94689BE84}" type="presParOf" srcId="{EBA68897-11BF-4918-B603-985EC8D54CD2}" destId="{85999604-104A-4357-8E56-2C0CA7B008F4}" srcOrd="6" destOrd="0" presId="urn:microsoft.com/office/officeart/2008/layout/LinedList"/>
    <dgm:cxn modelId="{24D555A7-5F3A-4362-A4DA-8A5D21C51ACB}" type="presParOf" srcId="{EBA68897-11BF-4918-B603-985EC8D54CD2}" destId="{65F2C7D7-A1FB-4B9A-9793-16909FFDB69F}" srcOrd="7" destOrd="0" presId="urn:microsoft.com/office/officeart/2008/layout/LinedList"/>
    <dgm:cxn modelId="{C3363AE8-0C1B-4012-BD08-D3391705DECE}" type="presParOf" srcId="{65F2C7D7-A1FB-4B9A-9793-16909FFDB69F}" destId="{9AAF74C2-3D83-4FDB-AA5B-D2E0CE332690}" srcOrd="0" destOrd="0" presId="urn:microsoft.com/office/officeart/2008/layout/LinedList"/>
    <dgm:cxn modelId="{B93D35D7-5021-4AD1-A328-47D229AB2579}" type="presParOf" srcId="{65F2C7D7-A1FB-4B9A-9793-16909FFDB69F}" destId="{915346FB-3B2B-4B24-8C29-349FEB9D387C}" srcOrd="1" destOrd="0" presId="urn:microsoft.com/office/officeart/2008/layout/LinedList"/>
    <dgm:cxn modelId="{BFCC3D3F-F659-4645-B36B-8EC95FE87CF2}" type="presParOf" srcId="{65F2C7D7-A1FB-4B9A-9793-16909FFDB69F}" destId="{4C7831B0-66D5-4283-8F5A-052AC4B0B99B}" srcOrd="2" destOrd="0" presId="urn:microsoft.com/office/officeart/2008/layout/LinedList"/>
    <dgm:cxn modelId="{6EA94A31-83BC-413D-AE2A-391002458C05}" type="presParOf" srcId="{EBA68897-11BF-4918-B603-985EC8D54CD2}" destId="{84F8A85C-FF64-423C-9E69-6D6C55A45662}" srcOrd="8" destOrd="0" presId="urn:microsoft.com/office/officeart/2008/layout/LinedList"/>
    <dgm:cxn modelId="{850CE6BF-EC02-4A06-A385-A47EE1DAF024}" type="presParOf" srcId="{EBA68897-11BF-4918-B603-985EC8D54CD2}" destId="{9E37CD85-7000-47BA-B4DC-49FFB5E59888}"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0C7962B-8B8F-4C50-96EC-885EF5A30505}" type="doc">
      <dgm:prSet loTypeId="urn:microsoft.com/office/officeart/2008/layout/LinedList" loCatId="list" qsTypeId="urn:microsoft.com/office/officeart/2005/8/quickstyle/simple1" qsCatId="simple" csTypeId="urn:microsoft.com/office/officeart/2005/8/colors/colorful3" csCatId="colorful" phldr="1"/>
      <dgm:spPr/>
      <dgm:t>
        <a:bodyPr/>
        <a:lstStyle/>
        <a:p>
          <a:endParaRPr lang="en-US"/>
        </a:p>
      </dgm:t>
    </dgm:pt>
    <dgm:pt modelId="{10FC8D70-D3E0-4A0E-8EE0-20C5EA57FD77}">
      <dgm:prSet custT="1"/>
      <dgm:spPr/>
      <dgm:t>
        <a:bodyPr/>
        <a:lstStyle/>
        <a:p>
          <a:pPr rtl="0"/>
          <a:endParaRPr lang="en-US" sz="1800" dirty="0"/>
        </a:p>
      </dgm:t>
    </dgm:pt>
    <dgm:pt modelId="{328DABFB-2193-4EBE-BF0C-9451D572152E}" type="parTrans" cxnId="{37A485C2-AA5F-4D5A-8F67-332C1A6B07DE}">
      <dgm:prSet/>
      <dgm:spPr/>
      <dgm:t>
        <a:bodyPr/>
        <a:lstStyle/>
        <a:p>
          <a:endParaRPr lang="en-US"/>
        </a:p>
      </dgm:t>
    </dgm:pt>
    <dgm:pt modelId="{91E61116-217A-491A-AF29-637E4EC62BA5}" type="sibTrans" cxnId="{37A485C2-AA5F-4D5A-8F67-332C1A6B07DE}">
      <dgm:prSet/>
      <dgm:spPr/>
      <dgm:t>
        <a:bodyPr/>
        <a:lstStyle/>
        <a:p>
          <a:endParaRPr lang="en-US"/>
        </a:p>
      </dgm:t>
    </dgm:pt>
    <dgm:pt modelId="{4AFFF3CD-38B8-4DB7-9425-8FA99BA666AE}">
      <dgm:prSet custT="1"/>
      <dgm:spPr/>
      <dgm:t>
        <a:bodyPr/>
        <a:lstStyle/>
        <a:p>
          <a:pPr rtl="0"/>
          <a:r>
            <a:rPr lang="en-US" sz="1800" dirty="0"/>
            <a:t>This is the point of visualization. If you don't show the data, it defeats the purpose of the chart. </a:t>
          </a:r>
        </a:p>
      </dgm:t>
    </dgm:pt>
    <dgm:pt modelId="{DEBC2589-13FD-46F5-812B-72A889F3B169}" type="parTrans" cxnId="{09621B5C-E468-4E29-9EF1-9D35BBDF3667}">
      <dgm:prSet/>
      <dgm:spPr/>
      <dgm:t>
        <a:bodyPr/>
        <a:lstStyle/>
        <a:p>
          <a:endParaRPr lang="en-US"/>
        </a:p>
      </dgm:t>
    </dgm:pt>
    <dgm:pt modelId="{C9842DE6-0CD5-49A0-8390-E358D963EDE4}" type="sibTrans" cxnId="{09621B5C-E468-4E29-9EF1-9D35BBDF3667}">
      <dgm:prSet/>
      <dgm:spPr/>
      <dgm:t>
        <a:bodyPr/>
        <a:lstStyle/>
        <a:p>
          <a:endParaRPr lang="en-US"/>
        </a:p>
      </dgm:t>
    </dgm:pt>
    <dgm:pt modelId="{CCB28F7D-EF57-4276-951B-C008817700BC}">
      <dgm:prSet custT="1"/>
      <dgm:spPr/>
      <dgm:t>
        <a:bodyPr/>
        <a:lstStyle/>
        <a:p>
          <a:pPr rtl="0"/>
          <a:r>
            <a:rPr lang="en-US" sz="1800" dirty="0"/>
            <a:t>This often happens when you show too much data at once, and you obscure the area of interest.</a:t>
          </a:r>
        </a:p>
      </dgm:t>
    </dgm:pt>
    <dgm:pt modelId="{5A5E4AD6-DC7F-48E9-9E09-72DFA5193E9A}" type="parTrans" cxnId="{C6C54C18-F7CE-4463-9A30-42ECB48E7177}">
      <dgm:prSet/>
      <dgm:spPr/>
      <dgm:t>
        <a:bodyPr/>
        <a:lstStyle/>
        <a:p>
          <a:endParaRPr lang="en-US"/>
        </a:p>
      </dgm:t>
    </dgm:pt>
    <dgm:pt modelId="{C328E2BC-DC8C-4A55-AC44-41EA0E55BB3C}" type="sibTrans" cxnId="{C6C54C18-F7CE-4463-9A30-42ECB48E7177}">
      <dgm:prSet/>
      <dgm:spPr/>
      <dgm:t>
        <a:bodyPr/>
        <a:lstStyle/>
        <a:p>
          <a:endParaRPr lang="en-US"/>
        </a:p>
      </dgm:t>
    </dgm:pt>
    <dgm:pt modelId="{8372F9F2-1EB2-429B-AB20-D6DEE830B4AD}" type="pres">
      <dgm:prSet presAssocID="{B0C7962B-8B8F-4C50-96EC-885EF5A30505}" presName="vert0" presStyleCnt="0">
        <dgm:presLayoutVars>
          <dgm:dir/>
          <dgm:animOne val="branch"/>
          <dgm:animLvl val="lvl"/>
        </dgm:presLayoutVars>
      </dgm:prSet>
      <dgm:spPr/>
    </dgm:pt>
    <dgm:pt modelId="{8B61738A-FE14-4495-9DD3-D72F0E13481A}" type="pres">
      <dgm:prSet presAssocID="{10FC8D70-D3E0-4A0E-8EE0-20C5EA57FD77}" presName="thickLine" presStyleLbl="alignNode1" presStyleIdx="0" presStyleCnt="1"/>
      <dgm:spPr/>
    </dgm:pt>
    <dgm:pt modelId="{9958B6BE-9FDA-4D31-B8E4-8A09EBB2AF01}" type="pres">
      <dgm:prSet presAssocID="{10FC8D70-D3E0-4A0E-8EE0-20C5EA57FD77}" presName="horz1" presStyleCnt="0"/>
      <dgm:spPr/>
    </dgm:pt>
    <dgm:pt modelId="{CC031574-B846-413C-8ED5-80C5FF8DDB40}" type="pres">
      <dgm:prSet presAssocID="{10FC8D70-D3E0-4A0E-8EE0-20C5EA57FD77}" presName="tx1" presStyleLbl="revTx" presStyleIdx="0" presStyleCnt="3"/>
      <dgm:spPr/>
    </dgm:pt>
    <dgm:pt modelId="{6E7A59F3-E4A6-4810-8944-96F08EFCCC8A}" type="pres">
      <dgm:prSet presAssocID="{10FC8D70-D3E0-4A0E-8EE0-20C5EA57FD77}" presName="vert1" presStyleCnt="0"/>
      <dgm:spPr/>
    </dgm:pt>
    <dgm:pt modelId="{E9AE1886-A295-4AB2-A90F-B0103520A281}" type="pres">
      <dgm:prSet presAssocID="{4AFFF3CD-38B8-4DB7-9425-8FA99BA666AE}" presName="vertSpace2a" presStyleCnt="0"/>
      <dgm:spPr/>
    </dgm:pt>
    <dgm:pt modelId="{96F072BF-D96C-432E-B397-D6FF0DBD1DDB}" type="pres">
      <dgm:prSet presAssocID="{4AFFF3CD-38B8-4DB7-9425-8FA99BA666AE}" presName="horz2" presStyleCnt="0"/>
      <dgm:spPr/>
    </dgm:pt>
    <dgm:pt modelId="{55065016-E7DD-461E-9F93-E562FA5C3E2A}" type="pres">
      <dgm:prSet presAssocID="{4AFFF3CD-38B8-4DB7-9425-8FA99BA666AE}" presName="horzSpace2" presStyleCnt="0"/>
      <dgm:spPr/>
    </dgm:pt>
    <dgm:pt modelId="{408CE63A-D384-49C9-8114-3449DE288FCD}" type="pres">
      <dgm:prSet presAssocID="{4AFFF3CD-38B8-4DB7-9425-8FA99BA666AE}" presName="tx2" presStyleLbl="revTx" presStyleIdx="1" presStyleCnt="3"/>
      <dgm:spPr/>
    </dgm:pt>
    <dgm:pt modelId="{0A30B9B0-977B-435D-B043-2318088658E3}" type="pres">
      <dgm:prSet presAssocID="{4AFFF3CD-38B8-4DB7-9425-8FA99BA666AE}" presName="vert2" presStyleCnt="0"/>
      <dgm:spPr/>
    </dgm:pt>
    <dgm:pt modelId="{82D485BA-8E50-4625-9644-F57142D546E2}" type="pres">
      <dgm:prSet presAssocID="{4AFFF3CD-38B8-4DB7-9425-8FA99BA666AE}" presName="thinLine2b" presStyleLbl="callout" presStyleIdx="0" presStyleCnt="2"/>
      <dgm:spPr/>
    </dgm:pt>
    <dgm:pt modelId="{46370461-4D9A-4900-B2DB-A3B3954DDA96}" type="pres">
      <dgm:prSet presAssocID="{4AFFF3CD-38B8-4DB7-9425-8FA99BA666AE}" presName="vertSpace2b" presStyleCnt="0"/>
      <dgm:spPr/>
    </dgm:pt>
    <dgm:pt modelId="{3C098C73-2DA2-4D58-A688-92E5716481AA}" type="pres">
      <dgm:prSet presAssocID="{CCB28F7D-EF57-4276-951B-C008817700BC}" presName="horz2" presStyleCnt="0"/>
      <dgm:spPr/>
    </dgm:pt>
    <dgm:pt modelId="{958C767F-A01C-452F-AF45-666C0F559228}" type="pres">
      <dgm:prSet presAssocID="{CCB28F7D-EF57-4276-951B-C008817700BC}" presName="horzSpace2" presStyleCnt="0"/>
      <dgm:spPr/>
    </dgm:pt>
    <dgm:pt modelId="{2E360D54-31FC-4DED-A42E-AAB1C08B7DF9}" type="pres">
      <dgm:prSet presAssocID="{CCB28F7D-EF57-4276-951B-C008817700BC}" presName="tx2" presStyleLbl="revTx" presStyleIdx="2" presStyleCnt="3"/>
      <dgm:spPr/>
    </dgm:pt>
    <dgm:pt modelId="{49A2F449-4EAF-4BDF-8E54-E791FD0619B4}" type="pres">
      <dgm:prSet presAssocID="{CCB28F7D-EF57-4276-951B-C008817700BC}" presName="vert2" presStyleCnt="0"/>
      <dgm:spPr/>
    </dgm:pt>
    <dgm:pt modelId="{681CA0B7-D7FE-4D42-8DB5-BA4559F5A47E}" type="pres">
      <dgm:prSet presAssocID="{CCB28F7D-EF57-4276-951B-C008817700BC}" presName="thinLine2b" presStyleLbl="callout" presStyleIdx="1" presStyleCnt="2"/>
      <dgm:spPr/>
    </dgm:pt>
    <dgm:pt modelId="{B9730BC8-B6B6-4597-8D2A-29A9881EB01A}" type="pres">
      <dgm:prSet presAssocID="{CCB28F7D-EF57-4276-951B-C008817700BC}" presName="vertSpace2b" presStyleCnt="0"/>
      <dgm:spPr/>
    </dgm:pt>
  </dgm:ptLst>
  <dgm:cxnLst>
    <dgm:cxn modelId="{C6C54C18-F7CE-4463-9A30-42ECB48E7177}" srcId="{10FC8D70-D3E0-4A0E-8EE0-20C5EA57FD77}" destId="{CCB28F7D-EF57-4276-951B-C008817700BC}" srcOrd="1" destOrd="0" parTransId="{5A5E4AD6-DC7F-48E9-9E09-72DFA5193E9A}" sibTransId="{C328E2BC-DC8C-4A55-AC44-41EA0E55BB3C}"/>
    <dgm:cxn modelId="{09621B5C-E468-4E29-9EF1-9D35BBDF3667}" srcId="{10FC8D70-D3E0-4A0E-8EE0-20C5EA57FD77}" destId="{4AFFF3CD-38B8-4DB7-9425-8FA99BA666AE}" srcOrd="0" destOrd="0" parTransId="{DEBC2589-13FD-46F5-812B-72A889F3B169}" sibTransId="{C9842DE6-0CD5-49A0-8390-E358D963EDE4}"/>
    <dgm:cxn modelId="{11F3A363-F869-44C6-9BA8-0FF88DD6C60D}" type="presOf" srcId="{CCB28F7D-EF57-4276-951B-C008817700BC}" destId="{2E360D54-31FC-4DED-A42E-AAB1C08B7DF9}" srcOrd="0" destOrd="0" presId="urn:microsoft.com/office/officeart/2008/layout/LinedList"/>
    <dgm:cxn modelId="{F8FB02A3-D268-4BE9-B8DA-A4BB973FA444}" type="presOf" srcId="{4AFFF3CD-38B8-4DB7-9425-8FA99BA666AE}" destId="{408CE63A-D384-49C9-8114-3449DE288FCD}" srcOrd="0" destOrd="0" presId="urn:microsoft.com/office/officeart/2008/layout/LinedList"/>
    <dgm:cxn modelId="{5F2824B8-1C2F-4369-B0DB-EA5D96878E75}" type="presOf" srcId="{10FC8D70-D3E0-4A0E-8EE0-20C5EA57FD77}" destId="{CC031574-B846-413C-8ED5-80C5FF8DDB40}" srcOrd="0" destOrd="0" presId="urn:microsoft.com/office/officeart/2008/layout/LinedList"/>
    <dgm:cxn modelId="{37A485C2-AA5F-4D5A-8F67-332C1A6B07DE}" srcId="{B0C7962B-8B8F-4C50-96EC-885EF5A30505}" destId="{10FC8D70-D3E0-4A0E-8EE0-20C5EA57FD77}" srcOrd="0" destOrd="0" parTransId="{328DABFB-2193-4EBE-BF0C-9451D572152E}" sibTransId="{91E61116-217A-491A-AF29-637E4EC62BA5}"/>
    <dgm:cxn modelId="{B8C7DBC3-1812-44DD-A2EB-F4F85A88B614}" type="presOf" srcId="{B0C7962B-8B8F-4C50-96EC-885EF5A30505}" destId="{8372F9F2-1EB2-429B-AB20-D6DEE830B4AD}" srcOrd="0" destOrd="0" presId="urn:microsoft.com/office/officeart/2008/layout/LinedList"/>
    <dgm:cxn modelId="{C3AE7A37-3825-49A6-9694-F170380A4531}" type="presParOf" srcId="{8372F9F2-1EB2-429B-AB20-D6DEE830B4AD}" destId="{8B61738A-FE14-4495-9DD3-D72F0E13481A}" srcOrd="0" destOrd="0" presId="urn:microsoft.com/office/officeart/2008/layout/LinedList"/>
    <dgm:cxn modelId="{232838D1-BF58-4741-8FC9-A649BF9B1D68}" type="presParOf" srcId="{8372F9F2-1EB2-429B-AB20-D6DEE830B4AD}" destId="{9958B6BE-9FDA-4D31-B8E4-8A09EBB2AF01}" srcOrd="1" destOrd="0" presId="urn:microsoft.com/office/officeart/2008/layout/LinedList"/>
    <dgm:cxn modelId="{0CEBEE10-6914-475B-9852-10066F10C6FD}" type="presParOf" srcId="{9958B6BE-9FDA-4D31-B8E4-8A09EBB2AF01}" destId="{CC031574-B846-413C-8ED5-80C5FF8DDB40}" srcOrd="0" destOrd="0" presId="urn:microsoft.com/office/officeart/2008/layout/LinedList"/>
    <dgm:cxn modelId="{32258A59-D921-440A-A3FB-FB165206AA16}" type="presParOf" srcId="{9958B6BE-9FDA-4D31-B8E4-8A09EBB2AF01}" destId="{6E7A59F3-E4A6-4810-8944-96F08EFCCC8A}" srcOrd="1" destOrd="0" presId="urn:microsoft.com/office/officeart/2008/layout/LinedList"/>
    <dgm:cxn modelId="{8A481D51-6888-420D-BACC-15627FE13B37}" type="presParOf" srcId="{6E7A59F3-E4A6-4810-8944-96F08EFCCC8A}" destId="{E9AE1886-A295-4AB2-A90F-B0103520A281}" srcOrd="0" destOrd="0" presId="urn:microsoft.com/office/officeart/2008/layout/LinedList"/>
    <dgm:cxn modelId="{EC7EDBD9-FA62-498A-AD32-88B003329533}" type="presParOf" srcId="{6E7A59F3-E4A6-4810-8944-96F08EFCCC8A}" destId="{96F072BF-D96C-432E-B397-D6FF0DBD1DDB}" srcOrd="1" destOrd="0" presId="urn:microsoft.com/office/officeart/2008/layout/LinedList"/>
    <dgm:cxn modelId="{39709C3A-7BC1-4D9A-95F8-A257BBE090CE}" type="presParOf" srcId="{96F072BF-D96C-432E-B397-D6FF0DBD1DDB}" destId="{55065016-E7DD-461E-9F93-E562FA5C3E2A}" srcOrd="0" destOrd="0" presId="urn:microsoft.com/office/officeart/2008/layout/LinedList"/>
    <dgm:cxn modelId="{7A1F6B57-6151-4DC4-988E-4FCEE22B1B3F}" type="presParOf" srcId="{96F072BF-D96C-432E-B397-D6FF0DBD1DDB}" destId="{408CE63A-D384-49C9-8114-3449DE288FCD}" srcOrd="1" destOrd="0" presId="urn:microsoft.com/office/officeart/2008/layout/LinedList"/>
    <dgm:cxn modelId="{39ED242C-6896-4450-B09F-5DF4579E60A5}" type="presParOf" srcId="{96F072BF-D96C-432E-B397-D6FF0DBD1DDB}" destId="{0A30B9B0-977B-435D-B043-2318088658E3}" srcOrd="2" destOrd="0" presId="urn:microsoft.com/office/officeart/2008/layout/LinedList"/>
    <dgm:cxn modelId="{2BEE5919-2C37-4659-A873-871BBA9845A8}" type="presParOf" srcId="{6E7A59F3-E4A6-4810-8944-96F08EFCCC8A}" destId="{82D485BA-8E50-4625-9644-F57142D546E2}" srcOrd="2" destOrd="0" presId="urn:microsoft.com/office/officeart/2008/layout/LinedList"/>
    <dgm:cxn modelId="{2E800109-93FF-409C-BE47-437964ACF7E9}" type="presParOf" srcId="{6E7A59F3-E4A6-4810-8944-96F08EFCCC8A}" destId="{46370461-4D9A-4900-B2DB-A3B3954DDA96}" srcOrd="3" destOrd="0" presId="urn:microsoft.com/office/officeart/2008/layout/LinedList"/>
    <dgm:cxn modelId="{24DC2C52-A26B-4635-8ABC-AF2B8FEEF298}" type="presParOf" srcId="{6E7A59F3-E4A6-4810-8944-96F08EFCCC8A}" destId="{3C098C73-2DA2-4D58-A688-92E5716481AA}" srcOrd="4" destOrd="0" presId="urn:microsoft.com/office/officeart/2008/layout/LinedList"/>
    <dgm:cxn modelId="{C3112B61-157A-455C-8C7F-73911098B3A0}" type="presParOf" srcId="{3C098C73-2DA2-4D58-A688-92E5716481AA}" destId="{958C767F-A01C-452F-AF45-666C0F559228}" srcOrd="0" destOrd="0" presId="urn:microsoft.com/office/officeart/2008/layout/LinedList"/>
    <dgm:cxn modelId="{80FA7399-1BB9-44DD-A76C-45B42BC94CC4}" type="presParOf" srcId="{3C098C73-2DA2-4D58-A688-92E5716481AA}" destId="{2E360D54-31FC-4DED-A42E-AAB1C08B7DF9}" srcOrd="1" destOrd="0" presId="urn:microsoft.com/office/officeart/2008/layout/LinedList"/>
    <dgm:cxn modelId="{FDB832D0-C829-44E2-A377-E6F03253FE60}" type="presParOf" srcId="{3C098C73-2DA2-4D58-A688-92E5716481AA}" destId="{49A2F449-4EAF-4BDF-8E54-E791FD0619B4}" srcOrd="2" destOrd="0" presId="urn:microsoft.com/office/officeart/2008/layout/LinedList"/>
    <dgm:cxn modelId="{9BA21C4B-7130-45C9-B5E5-3D1516AC03EE}" type="presParOf" srcId="{6E7A59F3-E4A6-4810-8944-96F08EFCCC8A}" destId="{681CA0B7-D7FE-4D42-8DB5-BA4559F5A47E}" srcOrd="5" destOrd="0" presId="urn:microsoft.com/office/officeart/2008/layout/LinedList"/>
    <dgm:cxn modelId="{F8A739C7-A8E7-4F78-B1E9-29FEE3599BD6}" type="presParOf" srcId="{6E7A59F3-E4A6-4810-8944-96F08EFCCC8A}" destId="{B9730BC8-B6B6-4597-8D2A-29A9881EB01A}" srcOrd="6"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5343DCD-587E-49B1-879D-3D7917CF26A0}" type="doc">
      <dgm:prSet loTypeId="urn:microsoft.com/office/officeart/2008/layout/LinedList" loCatId="list" qsTypeId="urn:microsoft.com/office/officeart/2005/8/quickstyle/simple1" qsCatId="simple" csTypeId="urn:microsoft.com/office/officeart/2005/8/colors/accent5_1" csCatId="accent5"/>
      <dgm:spPr/>
      <dgm:t>
        <a:bodyPr/>
        <a:lstStyle/>
        <a:p>
          <a:endParaRPr lang="en-US"/>
        </a:p>
      </dgm:t>
    </dgm:pt>
    <dgm:pt modelId="{C7E512D4-24EA-4DCC-B9D2-0028868D18B8}">
      <dgm:prSet custT="1"/>
      <dgm:spPr/>
      <dgm:t>
        <a:bodyPr/>
        <a:lstStyle/>
        <a:p>
          <a:r>
            <a:rPr lang="en-US" sz="1800" kern="1200" dirty="0">
              <a:solidFill>
                <a:srgbClr val="000000">
                  <a:hueOff val="0"/>
                  <a:satOff val="0"/>
                  <a:lumOff val="0"/>
                  <a:alphaOff val="0"/>
                </a:srgbClr>
              </a:solidFill>
              <a:latin typeface="Arial"/>
              <a:ea typeface="+mn-ea"/>
              <a:cs typeface="+mn-cs"/>
            </a:rPr>
            <a:t>Sometimes encodings don't need to be explained. For example, your audience likely knows how to read a bar chart, so you don't have to explain that bar length represents values. But you do need to explain the data, namely the units and the subject at hand.</a:t>
          </a:r>
        </a:p>
      </dgm:t>
    </dgm:pt>
    <dgm:pt modelId="{45AF0F96-D670-40C2-B01D-23638934C9FE}" type="parTrans" cxnId="{6A03313F-0172-49C8-868A-898C940AD923}">
      <dgm:prSet/>
      <dgm:spPr/>
      <dgm:t>
        <a:bodyPr/>
        <a:lstStyle/>
        <a:p>
          <a:endParaRPr lang="en-US"/>
        </a:p>
      </dgm:t>
    </dgm:pt>
    <dgm:pt modelId="{1B802950-7AA3-4B3A-9F7F-082CB07B0FD9}" type="sibTrans" cxnId="{6A03313F-0172-49C8-868A-898C940AD923}">
      <dgm:prSet/>
      <dgm:spPr/>
      <dgm:t>
        <a:bodyPr/>
        <a:lstStyle/>
        <a:p>
          <a:endParaRPr lang="en-US"/>
        </a:p>
      </dgm:t>
    </dgm:pt>
    <dgm:pt modelId="{2AC40334-CB37-4EAB-81A7-A6A832651813}" type="pres">
      <dgm:prSet presAssocID="{55343DCD-587E-49B1-879D-3D7917CF26A0}" presName="vert0" presStyleCnt="0">
        <dgm:presLayoutVars>
          <dgm:dir/>
          <dgm:animOne val="branch"/>
          <dgm:animLvl val="lvl"/>
        </dgm:presLayoutVars>
      </dgm:prSet>
      <dgm:spPr/>
    </dgm:pt>
    <dgm:pt modelId="{FA526DC1-8E19-460D-A453-6839983E5ECC}" type="pres">
      <dgm:prSet presAssocID="{C7E512D4-24EA-4DCC-B9D2-0028868D18B8}" presName="thickLine" presStyleLbl="alignNode1" presStyleIdx="0" presStyleCnt="1"/>
      <dgm:spPr/>
    </dgm:pt>
    <dgm:pt modelId="{414D15CE-0CAB-4C4B-965B-D5A92C3CA77D}" type="pres">
      <dgm:prSet presAssocID="{C7E512D4-24EA-4DCC-B9D2-0028868D18B8}" presName="horz1" presStyleCnt="0"/>
      <dgm:spPr/>
    </dgm:pt>
    <dgm:pt modelId="{EC3805EE-A82F-4AE0-ACFF-6D50E02DF786}" type="pres">
      <dgm:prSet presAssocID="{C7E512D4-24EA-4DCC-B9D2-0028868D18B8}" presName="tx1" presStyleLbl="revTx" presStyleIdx="0" presStyleCnt="1"/>
      <dgm:spPr/>
    </dgm:pt>
    <dgm:pt modelId="{7C74C1CC-6738-41DE-AC1F-3058DA53BF55}" type="pres">
      <dgm:prSet presAssocID="{C7E512D4-24EA-4DCC-B9D2-0028868D18B8}" presName="vert1" presStyleCnt="0"/>
      <dgm:spPr/>
    </dgm:pt>
  </dgm:ptLst>
  <dgm:cxnLst>
    <dgm:cxn modelId="{6A03313F-0172-49C8-868A-898C940AD923}" srcId="{55343DCD-587E-49B1-879D-3D7917CF26A0}" destId="{C7E512D4-24EA-4DCC-B9D2-0028868D18B8}" srcOrd="0" destOrd="0" parTransId="{45AF0F96-D670-40C2-B01D-23638934C9FE}" sibTransId="{1B802950-7AA3-4B3A-9F7F-082CB07B0FD9}"/>
    <dgm:cxn modelId="{2ECF54CA-C8F7-470B-9E6E-280F494BA52A}" type="presOf" srcId="{C7E512D4-24EA-4DCC-B9D2-0028868D18B8}" destId="{EC3805EE-A82F-4AE0-ACFF-6D50E02DF786}" srcOrd="0" destOrd="0" presId="urn:microsoft.com/office/officeart/2008/layout/LinedList"/>
    <dgm:cxn modelId="{AA91ACD2-5F3B-4211-90DB-64D97803FD12}" type="presOf" srcId="{55343DCD-587E-49B1-879D-3D7917CF26A0}" destId="{2AC40334-CB37-4EAB-81A7-A6A832651813}" srcOrd="0" destOrd="0" presId="urn:microsoft.com/office/officeart/2008/layout/LinedList"/>
    <dgm:cxn modelId="{851017F6-4925-411D-99B1-FCC6A76FC428}" type="presParOf" srcId="{2AC40334-CB37-4EAB-81A7-A6A832651813}" destId="{FA526DC1-8E19-460D-A453-6839983E5ECC}" srcOrd="0" destOrd="0" presId="urn:microsoft.com/office/officeart/2008/layout/LinedList"/>
    <dgm:cxn modelId="{4CB8871A-CE7B-4ADF-B96D-C4C593E31AC4}" type="presParOf" srcId="{2AC40334-CB37-4EAB-81A7-A6A832651813}" destId="{414D15CE-0CAB-4C4B-965B-D5A92C3CA77D}" srcOrd="1" destOrd="0" presId="urn:microsoft.com/office/officeart/2008/layout/LinedList"/>
    <dgm:cxn modelId="{B4B1B672-FD2C-41FA-A998-6447C35333AA}" type="presParOf" srcId="{414D15CE-0CAB-4C4B-965B-D5A92C3CA77D}" destId="{EC3805EE-A82F-4AE0-ACFF-6D50E02DF786}" srcOrd="0" destOrd="0" presId="urn:microsoft.com/office/officeart/2008/layout/LinedList"/>
    <dgm:cxn modelId="{74E1054A-6E4B-49B8-9761-14D4921E0CDD}" type="presParOf" srcId="{414D15CE-0CAB-4C4B-965B-D5A92C3CA77D}" destId="{7C74C1CC-6738-41DE-AC1F-3058DA53BF55}"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4494F2F-51C6-4CB7-A6C7-40F679D48EFF}" type="doc">
      <dgm:prSet loTypeId="urn:microsoft.com/office/officeart/2005/8/layout/vList2" loCatId="list" qsTypeId="urn:microsoft.com/office/officeart/2005/8/quickstyle/simple1" qsCatId="simple" csTypeId="urn:microsoft.com/office/officeart/2005/8/colors/accent3_2" csCatId="accent3"/>
      <dgm:spPr/>
      <dgm:t>
        <a:bodyPr/>
        <a:lstStyle/>
        <a:p>
          <a:endParaRPr lang="en-US"/>
        </a:p>
      </dgm:t>
    </dgm:pt>
    <dgm:pt modelId="{C302939D-1DCA-4141-8933-159AE1D2954E}">
      <dgm:prSet custT="1"/>
      <dgm:spPr/>
      <dgm:t>
        <a:bodyPr/>
        <a:lstStyle/>
        <a:p>
          <a:pPr rtl="0"/>
          <a:r>
            <a:rPr lang="en-US" sz="2000" dirty="0"/>
            <a:t>When you "show the data", you </a:t>
          </a:r>
          <a:r>
            <a:rPr lang="en-US" sz="2000" i="1" dirty="0"/>
            <a:t>encode</a:t>
          </a:r>
          <a:r>
            <a:rPr lang="en-US" sz="2000" dirty="0"/>
            <a:t> it to shapes, colors, and geometries. </a:t>
          </a:r>
        </a:p>
      </dgm:t>
    </dgm:pt>
    <dgm:pt modelId="{847E3583-59A4-4CC0-8F2A-AFA13110D014}" type="parTrans" cxnId="{AB660466-59FA-4A08-AF2F-DE20EF7BFDEC}">
      <dgm:prSet/>
      <dgm:spPr/>
      <dgm:t>
        <a:bodyPr/>
        <a:lstStyle/>
        <a:p>
          <a:endParaRPr lang="en-US"/>
        </a:p>
      </dgm:t>
    </dgm:pt>
    <dgm:pt modelId="{CDD2F030-907F-485D-B4B4-DAFD15294226}" type="sibTrans" cxnId="{AB660466-59FA-4A08-AF2F-DE20EF7BFDEC}">
      <dgm:prSet/>
      <dgm:spPr/>
      <dgm:t>
        <a:bodyPr/>
        <a:lstStyle/>
        <a:p>
          <a:endParaRPr lang="en-US"/>
        </a:p>
      </dgm:t>
    </dgm:pt>
    <dgm:pt modelId="{251F9C08-0463-4305-8E3B-5700040B92DF}">
      <dgm:prSet custT="1"/>
      <dgm:spPr/>
      <dgm:t>
        <a:bodyPr/>
        <a:lstStyle/>
        <a:p>
          <a:pPr rtl="0"/>
          <a:r>
            <a:rPr lang="en-US" sz="2000" dirty="0"/>
            <a:t>Need to the ability to </a:t>
          </a:r>
          <a:r>
            <a:rPr lang="en-US" sz="2000" i="1" dirty="0"/>
            <a:t>decode</a:t>
          </a:r>
          <a:r>
            <a:rPr lang="en-US" sz="2000" dirty="0"/>
            <a:t> back to the values. The classic example is unlabeled axes.</a:t>
          </a:r>
        </a:p>
      </dgm:t>
    </dgm:pt>
    <dgm:pt modelId="{330CC6F8-5E6C-41A5-9A14-CF288C2FA722}" type="parTrans" cxnId="{A77BBB42-9397-40DF-A67F-4A1966E5E338}">
      <dgm:prSet/>
      <dgm:spPr/>
      <dgm:t>
        <a:bodyPr/>
        <a:lstStyle/>
        <a:p>
          <a:endParaRPr lang="en-US"/>
        </a:p>
      </dgm:t>
    </dgm:pt>
    <dgm:pt modelId="{43048156-A554-410D-BF9E-B95EF422ABE8}" type="sibTrans" cxnId="{A77BBB42-9397-40DF-A67F-4A1966E5E338}">
      <dgm:prSet/>
      <dgm:spPr/>
      <dgm:t>
        <a:bodyPr/>
        <a:lstStyle/>
        <a:p>
          <a:endParaRPr lang="en-US"/>
        </a:p>
      </dgm:t>
    </dgm:pt>
    <dgm:pt modelId="{BE4BC772-186D-4981-8135-647AA3156540}" type="pres">
      <dgm:prSet presAssocID="{74494F2F-51C6-4CB7-A6C7-40F679D48EFF}" presName="linear" presStyleCnt="0">
        <dgm:presLayoutVars>
          <dgm:animLvl val="lvl"/>
          <dgm:resizeHandles val="exact"/>
        </dgm:presLayoutVars>
      </dgm:prSet>
      <dgm:spPr/>
    </dgm:pt>
    <dgm:pt modelId="{F750D1AF-E64F-4E40-ACA0-34D89BA16ADF}" type="pres">
      <dgm:prSet presAssocID="{C302939D-1DCA-4141-8933-159AE1D2954E}" presName="parentText" presStyleLbl="node1" presStyleIdx="0" presStyleCnt="2">
        <dgm:presLayoutVars>
          <dgm:chMax val="0"/>
          <dgm:bulletEnabled val="1"/>
        </dgm:presLayoutVars>
      </dgm:prSet>
      <dgm:spPr/>
    </dgm:pt>
    <dgm:pt modelId="{6B87C7C6-2A22-4079-8D66-D297264C05C8}" type="pres">
      <dgm:prSet presAssocID="{CDD2F030-907F-485D-B4B4-DAFD15294226}" presName="spacer" presStyleCnt="0"/>
      <dgm:spPr/>
    </dgm:pt>
    <dgm:pt modelId="{301A3788-E8A2-4598-8054-54522097C8B7}" type="pres">
      <dgm:prSet presAssocID="{251F9C08-0463-4305-8E3B-5700040B92DF}" presName="parentText" presStyleLbl="node1" presStyleIdx="1" presStyleCnt="2">
        <dgm:presLayoutVars>
          <dgm:chMax val="0"/>
          <dgm:bulletEnabled val="1"/>
        </dgm:presLayoutVars>
      </dgm:prSet>
      <dgm:spPr/>
    </dgm:pt>
  </dgm:ptLst>
  <dgm:cxnLst>
    <dgm:cxn modelId="{68F1312C-9EA7-4912-A0FB-AA47139526BB}" type="presOf" srcId="{C302939D-1DCA-4141-8933-159AE1D2954E}" destId="{F750D1AF-E64F-4E40-ACA0-34D89BA16ADF}" srcOrd="0" destOrd="0" presId="urn:microsoft.com/office/officeart/2005/8/layout/vList2"/>
    <dgm:cxn modelId="{A77BBB42-9397-40DF-A67F-4A1966E5E338}" srcId="{74494F2F-51C6-4CB7-A6C7-40F679D48EFF}" destId="{251F9C08-0463-4305-8E3B-5700040B92DF}" srcOrd="1" destOrd="0" parTransId="{330CC6F8-5E6C-41A5-9A14-CF288C2FA722}" sibTransId="{43048156-A554-410D-BF9E-B95EF422ABE8}"/>
    <dgm:cxn modelId="{C4E02059-09EB-4FCD-A740-BFB1C003B983}" type="presOf" srcId="{251F9C08-0463-4305-8E3B-5700040B92DF}" destId="{301A3788-E8A2-4598-8054-54522097C8B7}" srcOrd="0" destOrd="0" presId="urn:microsoft.com/office/officeart/2005/8/layout/vList2"/>
    <dgm:cxn modelId="{AB660466-59FA-4A08-AF2F-DE20EF7BFDEC}" srcId="{74494F2F-51C6-4CB7-A6C7-40F679D48EFF}" destId="{C302939D-1DCA-4141-8933-159AE1D2954E}" srcOrd="0" destOrd="0" parTransId="{847E3583-59A4-4CC0-8F2A-AFA13110D014}" sibTransId="{CDD2F030-907F-485D-B4B4-DAFD15294226}"/>
    <dgm:cxn modelId="{4D2BC0CF-B26B-4B89-980B-D301355F1824}" type="presOf" srcId="{74494F2F-51C6-4CB7-A6C7-40F679D48EFF}" destId="{BE4BC772-186D-4981-8135-647AA3156540}" srcOrd="0" destOrd="0" presId="urn:microsoft.com/office/officeart/2005/8/layout/vList2"/>
    <dgm:cxn modelId="{FAC9F2D1-6A6A-48A9-8B9B-508251ECCE66}" type="presParOf" srcId="{BE4BC772-186D-4981-8135-647AA3156540}" destId="{F750D1AF-E64F-4E40-ACA0-34D89BA16ADF}" srcOrd="0" destOrd="0" presId="urn:microsoft.com/office/officeart/2005/8/layout/vList2"/>
    <dgm:cxn modelId="{5C6DFBC3-0C83-49E2-8F59-01A0B433A51F}" type="presParOf" srcId="{BE4BC772-186D-4981-8135-647AA3156540}" destId="{6B87C7C6-2A22-4079-8D66-D297264C05C8}" srcOrd="1" destOrd="0" presId="urn:microsoft.com/office/officeart/2005/8/layout/vList2"/>
    <dgm:cxn modelId="{787DF0B6-378B-4074-A2A4-D01FAADEAA3A}" type="presParOf" srcId="{BE4BC772-186D-4981-8135-647AA3156540}" destId="{301A3788-E8A2-4598-8054-54522097C8B7}" srcOrd="2"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601456-B5F7-4447-9C28-2F84A9CB65F2}">
      <dsp:nvSpPr>
        <dsp:cNvPr id="0" name=""/>
        <dsp:cNvSpPr/>
      </dsp:nvSpPr>
      <dsp:spPr>
        <a:xfrm>
          <a:off x="0" y="52907"/>
          <a:ext cx="7848600" cy="60840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a:t>What is "too many" slices though? </a:t>
          </a:r>
        </a:p>
      </dsp:txBody>
      <dsp:txXfrm>
        <a:off x="29700" y="82607"/>
        <a:ext cx="7789200" cy="549000"/>
      </dsp:txXfrm>
    </dsp:sp>
    <dsp:sp modelId="{09E4460B-B12B-4F18-B666-D022CAF1FF40}">
      <dsp:nvSpPr>
        <dsp:cNvPr id="0" name=""/>
        <dsp:cNvSpPr/>
      </dsp:nvSpPr>
      <dsp:spPr>
        <a:xfrm>
          <a:off x="0" y="707387"/>
          <a:ext cx="7848600" cy="608400"/>
        </a:xfrm>
        <a:prstGeom prst="roundRect">
          <a:avLst/>
        </a:prstGeom>
        <a:solidFill>
          <a:schemeClr val="accent5">
            <a:hueOff val="-1721578"/>
            <a:satOff val="10962"/>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a:t>That's a judgement call, but if it's hard to tell that one slice represents twice the value as another or smaller slices start to look the same, it's time to scale back. </a:t>
          </a:r>
        </a:p>
      </dsp:txBody>
      <dsp:txXfrm>
        <a:off x="29700" y="737087"/>
        <a:ext cx="7789200" cy="549000"/>
      </dsp:txXfrm>
    </dsp:sp>
    <dsp:sp modelId="{E9894DB9-B80F-442D-90A8-966AACDEBF17}">
      <dsp:nvSpPr>
        <dsp:cNvPr id="0" name=""/>
        <dsp:cNvSpPr/>
      </dsp:nvSpPr>
      <dsp:spPr>
        <a:xfrm>
          <a:off x="0" y="1361868"/>
          <a:ext cx="7848600" cy="608400"/>
        </a:xfrm>
        <a:prstGeom prst="roundRect">
          <a:avLst/>
        </a:prstGeom>
        <a:solidFill>
          <a:schemeClr val="accent5">
            <a:hueOff val="-3443157"/>
            <a:satOff val="21924"/>
            <a:lumOff val="549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a:t>Consider clumping the smaller categories into a larger "Other" group. </a:t>
          </a:r>
        </a:p>
      </dsp:txBody>
      <dsp:txXfrm>
        <a:off x="29700" y="1391568"/>
        <a:ext cx="7789200" cy="549000"/>
      </dsp:txXfrm>
    </dsp:sp>
    <dsp:sp modelId="{89E93FA7-08CA-4A9C-8F21-84CF72AD0970}">
      <dsp:nvSpPr>
        <dsp:cNvPr id="0" name=""/>
        <dsp:cNvSpPr/>
      </dsp:nvSpPr>
      <dsp:spPr>
        <a:xfrm>
          <a:off x="0" y="2016348"/>
          <a:ext cx="7848600" cy="608400"/>
        </a:xfrm>
        <a:prstGeom prst="roundRect">
          <a:avLst/>
        </a:prstGeom>
        <a:solidFill>
          <a:schemeClr val="accent5">
            <a:hueOff val="-5164735"/>
            <a:satOff val="32886"/>
            <a:lumOff val="82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t>The same goes for donut charts.</a:t>
          </a:r>
        </a:p>
      </dsp:txBody>
      <dsp:txXfrm>
        <a:off x="29700" y="2046048"/>
        <a:ext cx="7789200" cy="549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025246-A4B9-45D1-91E5-A3F7C46836E4}">
      <dsp:nvSpPr>
        <dsp:cNvPr id="0" name=""/>
        <dsp:cNvSpPr/>
      </dsp:nvSpPr>
      <dsp:spPr>
        <a:xfrm>
          <a:off x="0" y="0"/>
          <a:ext cx="867855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3BD60B-03A1-48B4-8D1D-7A17C45F675B}">
      <dsp:nvSpPr>
        <dsp:cNvPr id="0" name=""/>
        <dsp:cNvSpPr/>
      </dsp:nvSpPr>
      <dsp:spPr>
        <a:xfrm>
          <a:off x="0" y="0"/>
          <a:ext cx="1735710" cy="27614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marL="0" lvl="0" indent="0" algn="l" defTabSz="2889250" rtl="0">
            <a:lnSpc>
              <a:spcPct val="90000"/>
            </a:lnSpc>
            <a:spcBef>
              <a:spcPct val="0"/>
            </a:spcBef>
            <a:spcAft>
              <a:spcPct val="35000"/>
            </a:spcAft>
            <a:buNone/>
          </a:pPr>
          <a:endParaRPr lang="en-US" sz="6500" kern="1200" dirty="0"/>
        </a:p>
      </dsp:txBody>
      <dsp:txXfrm>
        <a:off x="0" y="0"/>
        <a:ext cx="1735710" cy="2761405"/>
      </dsp:txXfrm>
    </dsp:sp>
    <dsp:sp modelId="{F7E50A99-7BB1-47D8-8C90-59E075382315}">
      <dsp:nvSpPr>
        <dsp:cNvPr id="0" name=""/>
        <dsp:cNvSpPr/>
      </dsp:nvSpPr>
      <dsp:spPr>
        <a:xfrm>
          <a:off x="1865888" y="43146"/>
          <a:ext cx="6812661" cy="8629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kern="1200" dirty="0"/>
            <a:t>Charts that represent parts of a whole should be used to show data that represents parts of a whole. </a:t>
          </a:r>
        </a:p>
      </dsp:txBody>
      <dsp:txXfrm>
        <a:off x="1865888" y="43146"/>
        <a:ext cx="6812661" cy="862939"/>
      </dsp:txXfrm>
    </dsp:sp>
    <dsp:sp modelId="{A38FB87F-6E63-4F21-AC99-950186FC1BA9}">
      <dsp:nvSpPr>
        <dsp:cNvPr id="0" name=""/>
        <dsp:cNvSpPr/>
      </dsp:nvSpPr>
      <dsp:spPr>
        <a:xfrm>
          <a:off x="1735710" y="906086"/>
          <a:ext cx="6942840" cy="0"/>
        </a:xfrm>
        <a:prstGeom prst="line">
          <a:avLst/>
        </a:prstGeom>
        <a:solidFill>
          <a:schemeClr val="accent5">
            <a:hueOff val="0"/>
            <a:satOff val="0"/>
            <a:lumOff val="0"/>
            <a:alphaOff val="0"/>
          </a:schemeClr>
        </a:solidFill>
        <a:ln w="25400" cap="flat"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5D9E960-90FE-430C-A50D-D616127C3F9D}">
      <dsp:nvSpPr>
        <dsp:cNvPr id="0" name=""/>
        <dsp:cNvSpPr/>
      </dsp:nvSpPr>
      <dsp:spPr>
        <a:xfrm>
          <a:off x="1865888" y="949232"/>
          <a:ext cx="6812661" cy="8629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kern="1200" dirty="0"/>
            <a:t>This includes stacked bar charts, stacked area graphs, </a:t>
          </a:r>
          <a:r>
            <a:rPr lang="en-US" sz="1800" kern="1200" dirty="0" err="1"/>
            <a:t>treemaps</a:t>
          </a:r>
          <a:r>
            <a:rPr lang="en-US" sz="1800" kern="1200" dirty="0"/>
            <a:t>, mosaic plots, donut charts, and pie charts. </a:t>
          </a:r>
        </a:p>
      </dsp:txBody>
      <dsp:txXfrm>
        <a:off x="1865888" y="949232"/>
        <a:ext cx="6812661" cy="862939"/>
      </dsp:txXfrm>
    </dsp:sp>
    <dsp:sp modelId="{5D1781E2-310A-4175-810C-D9707FBA101C}">
      <dsp:nvSpPr>
        <dsp:cNvPr id="0" name=""/>
        <dsp:cNvSpPr/>
      </dsp:nvSpPr>
      <dsp:spPr>
        <a:xfrm>
          <a:off x="1735710" y="1812172"/>
          <a:ext cx="6942840" cy="0"/>
        </a:xfrm>
        <a:prstGeom prst="line">
          <a:avLst/>
        </a:prstGeom>
        <a:solidFill>
          <a:schemeClr val="accent5">
            <a:hueOff val="0"/>
            <a:satOff val="0"/>
            <a:lumOff val="0"/>
            <a:alphaOff val="0"/>
          </a:schemeClr>
        </a:solidFill>
        <a:ln w="25400" cap="flat"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15346FB-3B2B-4B24-8C29-349FEB9D387C}">
      <dsp:nvSpPr>
        <dsp:cNvPr id="0" name=""/>
        <dsp:cNvSpPr/>
      </dsp:nvSpPr>
      <dsp:spPr>
        <a:xfrm>
          <a:off x="1865888" y="1855318"/>
          <a:ext cx="6812661" cy="8629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kern="1200" dirty="0"/>
            <a:t>Each section in these charts represents a separate, non-overlapping proportion.</a:t>
          </a:r>
        </a:p>
      </dsp:txBody>
      <dsp:txXfrm>
        <a:off x="1865888" y="1855318"/>
        <a:ext cx="6812661" cy="862939"/>
      </dsp:txXfrm>
    </dsp:sp>
    <dsp:sp modelId="{84F8A85C-FF64-423C-9E69-6D6C55A45662}">
      <dsp:nvSpPr>
        <dsp:cNvPr id="0" name=""/>
        <dsp:cNvSpPr/>
      </dsp:nvSpPr>
      <dsp:spPr>
        <a:xfrm>
          <a:off x="1735710" y="2718258"/>
          <a:ext cx="6942840" cy="0"/>
        </a:xfrm>
        <a:prstGeom prst="line">
          <a:avLst/>
        </a:prstGeom>
        <a:solidFill>
          <a:schemeClr val="accent5">
            <a:hueOff val="0"/>
            <a:satOff val="0"/>
            <a:lumOff val="0"/>
            <a:alphaOff val="0"/>
          </a:schemeClr>
        </a:solidFill>
        <a:ln w="25400" cap="flat"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61738A-FE14-4495-9DD3-D72F0E13481A}">
      <dsp:nvSpPr>
        <dsp:cNvPr id="0" name=""/>
        <dsp:cNvSpPr/>
      </dsp:nvSpPr>
      <dsp:spPr>
        <a:xfrm>
          <a:off x="0" y="0"/>
          <a:ext cx="8541026"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031574-B846-413C-8ED5-80C5FF8DDB40}">
      <dsp:nvSpPr>
        <dsp:cNvPr id="0" name=""/>
        <dsp:cNvSpPr/>
      </dsp:nvSpPr>
      <dsp:spPr>
        <a:xfrm>
          <a:off x="0" y="0"/>
          <a:ext cx="1708205" cy="2860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endParaRPr lang="en-US" sz="1800" kern="1200" dirty="0"/>
        </a:p>
      </dsp:txBody>
      <dsp:txXfrm>
        <a:off x="0" y="0"/>
        <a:ext cx="1708205" cy="2860786"/>
      </dsp:txXfrm>
    </dsp:sp>
    <dsp:sp modelId="{408CE63A-D384-49C9-8114-3449DE288FCD}">
      <dsp:nvSpPr>
        <dsp:cNvPr id="0" name=""/>
        <dsp:cNvSpPr/>
      </dsp:nvSpPr>
      <dsp:spPr>
        <a:xfrm>
          <a:off x="1836320" y="66490"/>
          <a:ext cx="6704705" cy="13298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kern="1200" dirty="0"/>
            <a:t>This is the point of visualization. If you don't show the data, it defeats the purpose of the chart. </a:t>
          </a:r>
        </a:p>
      </dsp:txBody>
      <dsp:txXfrm>
        <a:off x="1836320" y="66490"/>
        <a:ext cx="6704705" cy="1329818"/>
      </dsp:txXfrm>
    </dsp:sp>
    <dsp:sp modelId="{82D485BA-8E50-4625-9644-F57142D546E2}">
      <dsp:nvSpPr>
        <dsp:cNvPr id="0" name=""/>
        <dsp:cNvSpPr/>
      </dsp:nvSpPr>
      <dsp:spPr>
        <a:xfrm>
          <a:off x="1708205" y="1396309"/>
          <a:ext cx="683282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E360D54-31FC-4DED-A42E-AAB1C08B7DF9}">
      <dsp:nvSpPr>
        <dsp:cNvPr id="0" name=""/>
        <dsp:cNvSpPr/>
      </dsp:nvSpPr>
      <dsp:spPr>
        <a:xfrm>
          <a:off x="1836320" y="1462800"/>
          <a:ext cx="6704705" cy="13298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kern="1200" dirty="0"/>
            <a:t>This often happens when you show too much data at once, and you obscure the area of interest.</a:t>
          </a:r>
        </a:p>
      </dsp:txBody>
      <dsp:txXfrm>
        <a:off x="1836320" y="1462800"/>
        <a:ext cx="6704705" cy="1329818"/>
      </dsp:txXfrm>
    </dsp:sp>
    <dsp:sp modelId="{681CA0B7-D7FE-4D42-8DB5-BA4559F5A47E}">
      <dsp:nvSpPr>
        <dsp:cNvPr id="0" name=""/>
        <dsp:cNvSpPr/>
      </dsp:nvSpPr>
      <dsp:spPr>
        <a:xfrm>
          <a:off x="1708205" y="2792618"/>
          <a:ext cx="683282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26DC1-8E19-460D-A453-6839983E5ECC}">
      <dsp:nvSpPr>
        <dsp:cNvPr id="0" name=""/>
        <dsp:cNvSpPr/>
      </dsp:nvSpPr>
      <dsp:spPr>
        <a:xfrm>
          <a:off x="0" y="0"/>
          <a:ext cx="8306502" cy="0"/>
        </a:xfrm>
        <a:prstGeom prst="line">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3805EE-A82F-4AE0-ACFF-6D50E02DF786}">
      <dsp:nvSpPr>
        <dsp:cNvPr id="0" name=""/>
        <dsp:cNvSpPr/>
      </dsp:nvSpPr>
      <dsp:spPr>
        <a:xfrm>
          <a:off x="0" y="0"/>
          <a:ext cx="8306502" cy="1323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000000">
                  <a:hueOff val="0"/>
                  <a:satOff val="0"/>
                  <a:lumOff val="0"/>
                  <a:alphaOff val="0"/>
                </a:srgbClr>
              </a:solidFill>
              <a:latin typeface="Arial"/>
              <a:ea typeface="+mn-ea"/>
              <a:cs typeface="+mn-cs"/>
            </a:rPr>
            <a:t>Sometimes encodings don't need to be explained. For example, your audience likely knows how to read a bar chart, so you don't have to explain that bar length represents values. But you do need to explain the data, namely the units and the subject at hand.</a:t>
          </a:r>
        </a:p>
      </dsp:txBody>
      <dsp:txXfrm>
        <a:off x="0" y="0"/>
        <a:ext cx="8306502" cy="13234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50D1AF-E64F-4E40-ACA0-34D89BA16ADF}">
      <dsp:nvSpPr>
        <dsp:cNvPr id="0" name=""/>
        <dsp:cNvSpPr/>
      </dsp:nvSpPr>
      <dsp:spPr>
        <a:xfrm>
          <a:off x="0" y="11640"/>
          <a:ext cx="8534401" cy="76752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When you "show the data", you </a:t>
          </a:r>
          <a:r>
            <a:rPr lang="en-US" sz="2000" i="1" kern="1200" dirty="0"/>
            <a:t>encode</a:t>
          </a:r>
          <a:r>
            <a:rPr lang="en-US" sz="2000" kern="1200" dirty="0"/>
            <a:t> it to shapes, colors, and geometries. </a:t>
          </a:r>
        </a:p>
      </dsp:txBody>
      <dsp:txXfrm>
        <a:off x="37467" y="49107"/>
        <a:ext cx="8459467" cy="692586"/>
      </dsp:txXfrm>
    </dsp:sp>
    <dsp:sp modelId="{301A3788-E8A2-4598-8054-54522097C8B7}">
      <dsp:nvSpPr>
        <dsp:cNvPr id="0" name=""/>
        <dsp:cNvSpPr/>
      </dsp:nvSpPr>
      <dsp:spPr>
        <a:xfrm>
          <a:off x="0" y="897240"/>
          <a:ext cx="8534401" cy="76752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Need to the ability to </a:t>
          </a:r>
          <a:r>
            <a:rPr lang="en-US" sz="2000" i="1" kern="1200" dirty="0"/>
            <a:t>decode</a:t>
          </a:r>
          <a:r>
            <a:rPr lang="en-US" sz="2000" kern="1200" dirty="0"/>
            <a:t> back to the values. The classic example is unlabeled axes.</a:t>
          </a:r>
        </a:p>
      </dsp:txBody>
      <dsp:txXfrm>
        <a:off x="37467" y="934707"/>
        <a:ext cx="8459467" cy="69258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flutura.com/resources/articles/upstream-sensor-data-big-data-analytics-game-changer-in-oil-n-gas-industry"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s://databricks.com/blog/2021/04/08/efficiently-building-ml-models-for-predictive-maintenance-in-the-oil-and-gas-industry-with-databricks.html"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 name="Google Shape;5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 name="Google Shape;62;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 name="Google Shape;6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 name="Google Shape;7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0a5157cc2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10a5157cc27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g10a5157cc27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0a5157cc27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0a5157cc27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g10a5157cc27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0a5157cc27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10a5157cc27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g10a5157cc27_0_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kern="1200" dirty="0">
                <a:solidFill>
                  <a:schemeClr val="tx1"/>
                </a:solidFill>
                <a:effectLst/>
                <a:latin typeface="+mn-lt"/>
                <a:ea typeface="+mn-ea"/>
                <a:cs typeface="+mn-cs"/>
              </a:rPr>
              <a:t>The chart on the left already has a lot of slices, but then there's a breakout pie chart for smaller countries that provides even more. There are a lot of ways to go about showing this data, such as a </a:t>
            </a:r>
            <a:r>
              <a:rPr lang="en-US" sz="1200" b="0" i="0" kern="1200" dirty="0" err="1">
                <a:solidFill>
                  <a:schemeClr val="tx1"/>
                </a:solidFill>
                <a:effectLst/>
                <a:latin typeface="+mn-lt"/>
                <a:ea typeface="+mn-ea"/>
                <a:cs typeface="+mn-cs"/>
              </a:rPr>
              <a:t>treemap</a:t>
            </a:r>
            <a:r>
              <a:rPr lang="en-US" sz="1200" b="0" i="0" kern="1200" dirty="0">
                <a:solidFill>
                  <a:schemeClr val="tx1"/>
                </a:solidFill>
                <a:effectLst/>
                <a:latin typeface="+mn-lt"/>
                <a:ea typeface="+mn-ea"/>
                <a:cs typeface="+mn-cs"/>
              </a:rPr>
              <a:t>, properly scaled symbols, or just a regular map. The meager pie chart just isn't built for datasets that are more than a handful of values.</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17466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2140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944286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https://www.flutura.com/resources/articles/upstream-sensor-data-big-data-analytics-game-changer-in-oil-n-gas-industry</a:t>
            </a:r>
            <a:endParaRPr lang="en-US" dirty="0"/>
          </a:p>
          <a:p>
            <a:r>
              <a:rPr lang="en-US" dirty="0">
                <a:hlinkClick r:id="rId4"/>
              </a:rPr>
              <a:t>https://databricks.com/blog/2021/04/08/efficiently-building-ml-models-for-predictive-maintenance-in-the-oil-and-gas-industry-with-databricks.html</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402233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public.tableau.com</a:t>
            </a:r>
            <a:r>
              <a:rPr lang="en-US" dirty="0"/>
              <a:t>/app/profile/</a:t>
            </a:r>
            <a:r>
              <a:rPr lang="en-US" dirty="0" err="1"/>
              <a:t>pajo</a:t>
            </a:r>
            <a:r>
              <a:rPr lang="en-US" dirty="0"/>
              <a:t>/viz/</a:t>
            </a:r>
            <a:r>
              <a:rPr lang="en-US" dirty="0" err="1"/>
              <a:t>Kutch_OilSPil</a:t>
            </a:r>
            <a:r>
              <a:rPr lang="en-US" dirty="0"/>
              <a:t>/Dashboard1</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746354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UCI DesignPlus" type="title">
  <p:cSld name="TITLE">
    <p:spTree>
      <p:nvGrpSpPr>
        <p:cNvPr id="1" name="Shape 13"/>
        <p:cNvGrpSpPr/>
        <p:nvPr/>
      </p:nvGrpSpPr>
      <p:grpSpPr>
        <a:xfrm>
          <a:off x="0" y="0"/>
          <a:ext cx="0" cy="0"/>
          <a:chOff x="0" y="0"/>
          <a:chExt cx="0" cy="0"/>
        </a:xfrm>
      </p:grpSpPr>
      <p:sp>
        <p:nvSpPr>
          <p:cNvPr id="14" name="Google Shape;14;gce9dcb5826_0_4"/>
          <p:cNvSpPr/>
          <p:nvPr/>
        </p:nvSpPr>
        <p:spPr>
          <a:xfrm>
            <a:off x="1783512" y="1008933"/>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15" name="Google Shape;15;gce9dcb5826_0_4"/>
          <p:cNvSpPr/>
          <p:nvPr/>
        </p:nvSpPr>
        <p:spPr>
          <a:xfrm rot="10800000">
            <a:off x="6278975" y="4341067"/>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16" name="Google Shape;16;gce9dcb5826_0_4"/>
          <p:cNvSpPr txBox="1">
            <a:spLocks noGrp="1"/>
          </p:cNvSpPr>
          <p:nvPr>
            <p:ph type="ctrTitle"/>
          </p:nvPr>
        </p:nvSpPr>
        <p:spPr>
          <a:xfrm>
            <a:off x="2241900" y="1925667"/>
            <a:ext cx="4660200" cy="20496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17" name="Google Shape;17;gce9dcb5826_0_4"/>
          <p:cNvSpPr txBox="1">
            <a:spLocks noGrp="1"/>
          </p:cNvSpPr>
          <p:nvPr>
            <p:ph type="subTitle" idx="1"/>
          </p:nvPr>
        </p:nvSpPr>
        <p:spPr>
          <a:xfrm>
            <a:off x="2764500" y="4155433"/>
            <a:ext cx="3615000" cy="9351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1pPr>
            <a:lvl2pPr marR="0" lvl="1"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2pPr>
            <a:lvl3pPr marR="0" lvl="2"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3pPr>
            <a:lvl4pPr marR="0" lvl="3"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4pPr>
            <a:lvl5pPr marR="0" lvl="4"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5pPr>
            <a:lvl6pPr marR="0" lvl="5"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6pPr>
            <a:lvl7pPr marR="0" lvl="6"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7pPr>
            <a:lvl8pPr marR="0" lvl="7"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8pPr>
            <a:lvl9pPr marR="0" lvl="8"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9pPr>
          </a:lstStyle>
          <a:p>
            <a:endParaRPr/>
          </a:p>
        </p:txBody>
      </p:sp>
      <p:sp>
        <p:nvSpPr>
          <p:cNvPr id="18" name="Google Shape;18;gce9dcb5826_0_4"/>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pic>
        <p:nvPicPr>
          <p:cNvPr id="19" name="Google Shape;19;gce9dcb5826_0_4"/>
          <p:cNvPicPr preferRelativeResize="0"/>
          <p:nvPr/>
        </p:nvPicPr>
        <p:blipFill rotWithShape="1">
          <a:blip r:embed="rId2">
            <a:alphaModFix/>
          </a:blip>
          <a:srcRect/>
          <a:stretch/>
        </p:blipFill>
        <p:spPr>
          <a:xfrm>
            <a:off x="246500" y="6298067"/>
            <a:ext cx="2098076" cy="27295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gce9dcb5826_0_41"/>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0C0"/>
              </a:buClr>
              <a:buSzPts val="4400"/>
              <a:buFont typeface="Calibri"/>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gce9dcb5826_0_41"/>
          <p:cNvSpPr txBox="1">
            <a:spLocks noGrp="1"/>
          </p:cNvSpPr>
          <p:nvPr>
            <p:ph type="body" idx="1"/>
          </p:nvPr>
        </p:nvSpPr>
        <p:spPr>
          <a:xfrm>
            <a:off x="453006" y="1157681"/>
            <a:ext cx="8493900" cy="5234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1600"/>
              </a:spcBef>
              <a:spcAft>
                <a:spcPts val="0"/>
              </a:spcAft>
              <a:buClr>
                <a:schemeClr val="dk1"/>
              </a:buClr>
              <a:buSzPts val="1800"/>
              <a:buNone/>
              <a:defRPr/>
            </a:lvl2pPr>
            <a:lvl3pPr marL="1371600" lvl="2" indent="-228600" algn="l">
              <a:lnSpc>
                <a:spcPct val="90000"/>
              </a:lnSpc>
              <a:spcBef>
                <a:spcPts val="1600"/>
              </a:spcBef>
              <a:spcAft>
                <a:spcPts val="0"/>
              </a:spcAft>
              <a:buClr>
                <a:schemeClr val="dk1"/>
              </a:buClr>
              <a:buSzPts val="1800"/>
              <a:buNone/>
              <a:defRPr/>
            </a:lvl3pPr>
            <a:lvl4pPr marL="1828800" lvl="3" indent="-228600" algn="l">
              <a:lnSpc>
                <a:spcPct val="90000"/>
              </a:lnSpc>
              <a:spcBef>
                <a:spcPts val="1600"/>
              </a:spcBef>
              <a:spcAft>
                <a:spcPts val="0"/>
              </a:spcAft>
              <a:buClr>
                <a:schemeClr val="dk1"/>
              </a:buClr>
              <a:buSzPts val="1800"/>
              <a:buNone/>
              <a:defRPr/>
            </a:lvl4pPr>
            <a:lvl5pPr marL="2286000" lvl="4" indent="-228600" algn="l">
              <a:lnSpc>
                <a:spcPct val="90000"/>
              </a:lnSpc>
              <a:spcBef>
                <a:spcPts val="1600"/>
              </a:spcBef>
              <a:spcAft>
                <a:spcPts val="0"/>
              </a:spcAft>
              <a:buClr>
                <a:schemeClr val="dk1"/>
              </a:buClr>
              <a:buSzPts val="1800"/>
              <a:buNone/>
              <a:defRPr/>
            </a:lvl5pPr>
            <a:lvl6pPr marL="2743200" lvl="5" indent="-228600" algn="l">
              <a:lnSpc>
                <a:spcPct val="90000"/>
              </a:lnSpc>
              <a:spcBef>
                <a:spcPts val="1600"/>
              </a:spcBef>
              <a:spcAft>
                <a:spcPts val="0"/>
              </a:spcAft>
              <a:buClr>
                <a:schemeClr val="dk1"/>
              </a:buClr>
              <a:buSzPts val="1800"/>
              <a:buNone/>
              <a:defRPr/>
            </a:lvl6pPr>
            <a:lvl7pPr marL="3200400" lvl="6" indent="-228600" algn="l">
              <a:lnSpc>
                <a:spcPct val="90000"/>
              </a:lnSpc>
              <a:spcBef>
                <a:spcPts val="1600"/>
              </a:spcBef>
              <a:spcAft>
                <a:spcPts val="0"/>
              </a:spcAft>
              <a:buClr>
                <a:schemeClr val="dk1"/>
              </a:buClr>
              <a:buSzPts val="1800"/>
              <a:buNone/>
              <a:defRPr/>
            </a:lvl7pPr>
            <a:lvl8pPr marL="3657600" lvl="7" indent="-228600" algn="l">
              <a:lnSpc>
                <a:spcPct val="90000"/>
              </a:lnSpc>
              <a:spcBef>
                <a:spcPts val="1600"/>
              </a:spcBef>
              <a:spcAft>
                <a:spcPts val="0"/>
              </a:spcAft>
              <a:buClr>
                <a:schemeClr val="dk1"/>
              </a:buClr>
              <a:buSzPts val="1800"/>
              <a:buNone/>
              <a:defRPr/>
            </a:lvl8pPr>
            <a:lvl9pPr marL="4114800" lvl="8" indent="-228600" algn="l">
              <a:lnSpc>
                <a:spcPct val="90000"/>
              </a:lnSpc>
              <a:spcBef>
                <a:spcPts val="1600"/>
              </a:spcBef>
              <a:spcAft>
                <a:spcPts val="1600"/>
              </a:spcAft>
              <a:buClr>
                <a:schemeClr val="dk1"/>
              </a:buClr>
              <a:buSzPts val="1800"/>
              <a:buNone/>
              <a:defRPr/>
            </a:lvl9pPr>
          </a:lstStyle>
          <a:p>
            <a:endParaRPr/>
          </a:p>
        </p:txBody>
      </p:sp>
      <p:sp>
        <p:nvSpPr>
          <p:cNvPr id="23" name="Google Shape;23;gce9dcb5826_0_41"/>
          <p:cNvSpPr txBox="1">
            <a:spLocks noGrp="1"/>
          </p:cNvSpPr>
          <p:nvPr>
            <p:ph type="ftr" idx="11"/>
          </p:nvPr>
        </p:nvSpPr>
        <p:spPr>
          <a:xfrm>
            <a:off x="453007" y="6476301"/>
            <a:ext cx="880800" cy="2913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1" u="none" strike="noStrike" cap="none">
                <a:solidFill>
                  <a:srgbClr val="0000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gce9dcb5826_0_11"/>
          <p:cNvSpPr/>
          <p:nvPr/>
        </p:nvSpPr>
        <p:spPr>
          <a:xfrm flipH="1">
            <a:off x="7596062" y="613633"/>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26" name="Google Shape;26;gce9dcb5826_0_11"/>
          <p:cNvSpPr/>
          <p:nvPr/>
        </p:nvSpPr>
        <p:spPr>
          <a:xfrm rot="10800000" flipH="1">
            <a:off x="466425" y="4744367"/>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27" name="Google Shape;27;gce9dcb5826_0_11"/>
          <p:cNvSpPr txBox="1">
            <a:spLocks noGrp="1"/>
          </p:cNvSpPr>
          <p:nvPr>
            <p:ph type="title"/>
          </p:nvPr>
        </p:nvSpPr>
        <p:spPr>
          <a:xfrm>
            <a:off x="773700" y="2408600"/>
            <a:ext cx="7596600" cy="20409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28" name="Google Shape;28;gce9dcb5826_0_11"/>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gce9dcb5826_0_16"/>
          <p:cNvSpPr/>
          <p:nvPr/>
        </p:nvSpPr>
        <p:spPr>
          <a:xfrm>
            <a:off x="0" y="6727600"/>
            <a:ext cx="9144000" cy="130500"/>
          </a:xfrm>
          <a:prstGeom prst="rect">
            <a:avLst/>
          </a:prstGeom>
          <a:solidFill>
            <a:srgbClr val="FFD2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gce9dcb5826_0_1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32" name="Google Shape;32;gce9dcb5826_0_16"/>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8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endParaRPr/>
          </a:p>
        </p:txBody>
      </p:sp>
      <p:sp>
        <p:nvSpPr>
          <p:cNvPr id="33" name="Google Shape;33;gce9dcb5826_0_16"/>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gce9dcb5826_0_21"/>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36" name="Google Shape;36;gce9dcb5826_0_21"/>
          <p:cNvSpPr txBox="1">
            <a:spLocks noGrp="1"/>
          </p:cNvSpPr>
          <p:nvPr>
            <p:ph type="body" idx="1"/>
          </p:nvPr>
        </p:nvSpPr>
        <p:spPr>
          <a:xfrm>
            <a:off x="311700" y="1633633"/>
            <a:ext cx="39999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9pPr>
          </a:lstStyle>
          <a:p>
            <a:endParaRPr/>
          </a:p>
        </p:txBody>
      </p:sp>
      <p:sp>
        <p:nvSpPr>
          <p:cNvPr id="37" name="Google Shape;37;gce9dcb5826_0_21"/>
          <p:cNvSpPr txBox="1">
            <a:spLocks noGrp="1"/>
          </p:cNvSpPr>
          <p:nvPr>
            <p:ph type="body" idx="2"/>
          </p:nvPr>
        </p:nvSpPr>
        <p:spPr>
          <a:xfrm>
            <a:off x="4832400" y="1633633"/>
            <a:ext cx="39999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9pPr>
          </a:lstStyle>
          <a:p>
            <a:endParaRPr/>
          </a:p>
        </p:txBody>
      </p:sp>
      <p:sp>
        <p:nvSpPr>
          <p:cNvPr id="38" name="Google Shape;38;gce9dcb5826_0_21"/>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gce9dcb5826_0_2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41" name="Google Shape;41;gce9dcb5826_0_26"/>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gce9dcb5826_0_29"/>
          <p:cNvSpPr/>
          <p:nvPr/>
        </p:nvSpPr>
        <p:spPr>
          <a:xfrm>
            <a:off x="0" y="6727600"/>
            <a:ext cx="9144000" cy="130500"/>
          </a:xfrm>
          <a:prstGeom prst="rect">
            <a:avLst/>
          </a:prstGeom>
          <a:solidFill>
            <a:srgbClr val="FFD2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gce9dcb5826_0_29"/>
          <p:cNvSpPr txBox="1">
            <a:spLocks noGrp="1"/>
          </p:cNvSpPr>
          <p:nvPr>
            <p:ph type="title"/>
          </p:nvPr>
        </p:nvSpPr>
        <p:spPr>
          <a:xfrm>
            <a:off x="490250" y="600200"/>
            <a:ext cx="5878800" cy="54543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64A4"/>
              </a:buClr>
              <a:buSzPts val="1400"/>
              <a:buFont typeface="Economica"/>
              <a:buNone/>
              <a:defRPr sz="48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9pPr>
          </a:lstStyle>
          <a:p>
            <a:endParaRPr/>
          </a:p>
        </p:txBody>
      </p:sp>
      <p:sp>
        <p:nvSpPr>
          <p:cNvPr id="45" name="Google Shape;45;gce9dcb5826_0_29"/>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6"/>
        <p:cNvGrpSpPr/>
        <p:nvPr/>
      </p:nvGrpSpPr>
      <p:grpSpPr>
        <a:xfrm>
          <a:off x="0" y="0"/>
          <a:ext cx="0" cy="0"/>
          <a:chOff x="0" y="0"/>
          <a:chExt cx="0" cy="0"/>
        </a:xfrm>
      </p:grpSpPr>
      <p:sp>
        <p:nvSpPr>
          <p:cNvPr id="47" name="Google Shape;47;gce9dcb5826_0_33"/>
          <p:cNvSpPr/>
          <p:nvPr/>
        </p:nvSpPr>
        <p:spPr>
          <a:xfrm>
            <a:off x="4572000" y="-33"/>
            <a:ext cx="4572000" cy="6858000"/>
          </a:xfrm>
          <a:prstGeom prst="rect">
            <a:avLst/>
          </a:prstGeom>
          <a:solidFill>
            <a:srgbClr val="C6BE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ce9dcb5826_0_33"/>
          <p:cNvSpPr txBox="1">
            <a:spLocks noGrp="1"/>
          </p:cNvSpPr>
          <p:nvPr>
            <p:ph type="title"/>
          </p:nvPr>
        </p:nvSpPr>
        <p:spPr>
          <a:xfrm>
            <a:off x="265500" y="1239033"/>
            <a:ext cx="4045200" cy="23817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2pPr>
            <a:lvl3pPr lvl="2"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3pPr>
            <a:lvl4pPr lvl="3"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4pPr>
            <a:lvl5pPr lvl="4"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5pPr>
            <a:lvl6pPr lvl="5"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6pPr>
            <a:lvl7pPr lvl="6"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7pPr>
            <a:lvl8pPr lvl="7"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8pPr>
            <a:lvl9pPr lvl="8"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9pPr>
          </a:lstStyle>
          <a:p>
            <a:endParaRPr/>
          </a:p>
        </p:txBody>
      </p:sp>
      <p:sp>
        <p:nvSpPr>
          <p:cNvPr id="49" name="Google Shape;49;gce9dcb5826_0_33"/>
          <p:cNvSpPr txBox="1">
            <a:spLocks noGrp="1"/>
          </p:cNvSpPr>
          <p:nvPr>
            <p:ph type="subTitle" idx="1"/>
          </p:nvPr>
        </p:nvSpPr>
        <p:spPr>
          <a:xfrm>
            <a:off x="265500" y="3692000"/>
            <a:ext cx="4045200" cy="20988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1pPr>
            <a:lvl2pPr marR="0" lvl="1"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2pPr>
            <a:lvl3pPr marR="0" lvl="2"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3pPr>
            <a:lvl4pPr marR="0" lvl="3"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4pPr>
            <a:lvl5pPr marR="0" lvl="4"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5pPr>
            <a:lvl6pPr marR="0" lvl="5"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6pPr>
            <a:lvl7pPr marR="0" lvl="6"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7pPr>
            <a:lvl8pPr marR="0" lvl="7"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8pPr>
            <a:lvl9pPr marR="0" lvl="8"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9pPr>
          </a:lstStyle>
          <a:p>
            <a:endParaRPr/>
          </a:p>
        </p:txBody>
      </p:sp>
      <p:sp>
        <p:nvSpPr>
          <p:cNvPr id="50" name="Google Shape;50;gce9dcb5826_0_33"/>
          <p:cNvSpPr txBox="1">
            <a:spLocks noGrp="1"/>
          </p:cNvSpPr>
          <p:nvPr>
            <p:ph type="body" idx="2"/>
          </p:nvPr>
        </p:nvSpPr>
        <p:spPr>
          <a:xfrm>
            <a:off x="4939500" y="965600"/>
            <a:ext cx="3837000" cy="4926900"/>
          </a:xfrm>
          <a:prstGeom prst="rect">
            <a:avLst/>
          </a:prstGeom>
          <a:noFill/>
          <a:ln>
            <a:noFill/>
          </a:ln>
        </p:spPr>
        <p:txBody>
          <a:bodyPr spcFirstLastPara="1" wrap="square" lIns="91425" tIns="91425" rIns="91425" bIns="91425" anchor="ctr" anchorCtr="0">
            <a:noAutofit/>
          </a:bodyPr>
          <a:lstStyle>
            <a:lvl1pPr marL="457200" marR="0" lvl="0" indent="-228600" algn="l">
              <a:lnSpc>
                <a:spcPct val="115000"/>
              </a:lnSpc>
              <a:spcBef>
                <a:spcPts val="0"/>
              </a:spcBef>
              <a:spcAft>
                <a:spcPts val="0"/>
              </a:spcAft>
              <a:buClr>
                <a:srgbClr val="000000"/>
              </a:buClr>
              <a:buSzPts val="1400"/>
              <a:buFont typeface="Open Sans"/>
              <a:buNone/>
              <a:defRPr sz="1800" b="0" i="0" u="none" strike="noStrike" cap="none">
                <a:solidFill>
                  <a:srgbClr val="000000"/>
                </a:solidFill>
                <a:latin typeface="Open Sans"/>
                <a:ea typeface="Open Sans"/>
                <a:cs typeface="Open Sans"/>
                <a:sym typeface="Open Sans"/>
              </a:defRPr>
            </a:lvl1pPr>
            <a:lvl2pPr marL="914400" marR="0" lvl="1"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2pPr>
            <a:lvl3pPr marL="1371600" marR="0" lvl="2"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3pPr>
            <a:lvl4pPr marL="1828800" marR="0" lvl="3"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4pPr>
            <a:lvl5pPr marL="2286000" marR="0" lvl="4"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5pPr>
            <a:lvl6pPr marL="2743200" marR="0" lvl="5"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6pPr>
            <a:lvl7pPr marL="3200400" marR="0" lvl="6"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7pPr>
            <a:lvl8pPr marL="3657600" marR="0" lvl="7"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8pPr>
            <a:lvl9pPr marL="4114800" marR="0" lvl="8" indent="-228600" algn="l">
              <a:lnSpc>
                <a:spcPct val="115000"/>
              </a:lnSpc>
              <a:spcBef>
                <a:spcPts val="1600"/>
              </a:spcBef>
              <a:spcAft>
                <a:spcPts val="160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9pPr>
          </a:lstStyle>
          <a:p>
            <a:endParaRPr/>
          </a:p>
        </p:txBody>
      </p:sp>
      <p:sp>
        <p:nvSpPr>
          <p:cNvPr id="51" name="Google Shape;51;gce9dcb5826_0_33"/>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gce9dcb5826_0_39"/>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ce9dcb5826_0_0"/>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9pPr>
          </a:lstStyle>
          <a:p>
            <a:endParaRPr/>
          </a:p>
        </p:txBody>
      </p:sp>
      <p:sp>
        <p:nvSpPr>
          <p:cNvPr id="11" name="Google Shape;11;gce9dcb5826_0_0"/>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chemeClr val="dk1"/>
              </a:buClr>
              <a:buSzPts val="1400"/>
              <a:buFont typeface="Open Sans"/>
              <a:buNone/>
              <a:defRPr sz="1800" b="0" i="0" u="none" strike="noStrike" cap="none">
                <a:solidFill>
                  <a:schemeClr val="dk1"/>
                </a:solidFill>
                <a:latin typeface="Open Sans"/>
                <a:ea typeface="Open Sans"/>
                <a:cs typeface="Open Sans"/>
                <a:sym typeface="Open Sans"/>
              </a:defRPr>
            </a:lvl1pPr>
            <a:lvl2pPr marL="914400" marR="0" lvl="1"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228600" algn="l" rtl="0">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endParaRPr/>
          </a:p>
        </p:txBody>
      </p:sp>
      <p:sp>
        <p:nvSpPr>
          <p:cNvPr id="12" name="Google Shape;12;gce9dcb5826_0_0"/>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1pPr>
            <a:lvl2pPr marL="0" marR="0" lvl="1"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2pPr>
            <a:lvl3pPr marL="0" marR="0" lvl="2"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3pPr>
            <a:lvl4pPr marL="0" marR="0" lvl="3"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4pPr>
            <a:lvl5pPr marL="0" marR="0" lvl="4"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5pPr>
            <a:lvl6pPr marL="0" marR="0" lvl="5"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6pPr>
            <a:lvl7pPr marL="0" marR="0" lvl="6"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7pPr>
            <a:lvl8pPr marL="0" marR="0" lvl="7"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8pPr>
            <a:lvl9pPr marL="0" marR="0" lvl="8"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commons.wikimedia.org/wiki/File:Pie_chart_of_countries_by_area.png" TargetMode="Externa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2.xml.rels><?xml version="1.0" encoding="UTF-8" standalone="yes"?>
<Relationships xmlns="http://schemas.openxmlformats.org/package/2006/relationships"><Relationship Id="rId8" Type="http://schemas.microsoft.com/office/2007/relationships/diagramDrawing" Target="../diagrams/drawing4.xml"/><Relationship Id="rId13" Type="http://schemas.microsoft.com/office/2007/relationships/diagramDrawing" Target="../diagrams/drawing5.xml"/><Relationship Id="rId3" Type="http://schemas.openxmlformats.org/officeDocument/2006/relationships/image" Target="../media/image17.png"/><Relationship Id="rId7" Type="http://schemas.openxmlformats.org/officeDocument/2006/relationships/diagramColors" Target="../diagrams/colors4.xml"/><Relationship Id="rId12" Type="http://schemas.openxmlformats.org/officeDocument/2006/relationships/diagramColors" Target="../diagrams/colors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4.xml"/><Relationship Id="rId11" Type="http://schemas.openxmlformats.org/officeDocument/2006/relationships/diagramQuickStyle" Target="../diagrams/quickStyle5.xml"/><Relationship Id="rId5" Type="http://schemas.openxmlformats.org/officeDocument/2006/relationships/diagramLayout" Target="../diagrams/layout4.xml"/><Relationship Id="rId10" Type="http://schemas.openxmlformats.org/officeDocument/2006/relationships/diagramLayout" Target="../diagrams/layout5.xml"/><Relationship Id="rId4" Type="http://schemas.openxmlformats.org/officeDocument/2006/relationships/diagramData" Target="../diagrams/data4.xml"/><Relationship Id="rId9" Type="http://schemas.openxmlformats.org/officeDocument/2006/relationships/diagramData" Target="../diagrams/data5.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
          <p:cNvSpPr txBox="1">
            <a:spLocks noGrp="1"/>
          </p:cNvSpPr>
          <p:nvPr>
            <p:ph type="ctrTitle"/>
          </p:nvPr>
        </p:nvSpPr>
        <p:spPr>
          <a:xfrm>
            <a:off x="2241900" y="1925667"/>
            <a:ext cx="4660200" cy="2049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4400"/>
              <a:buFont typeface="Calibri"/>
              <a:buNone/>
            </a:pPr>
            <a:r>
              <a:rPr lang="en-US" sz="4400"/>
              <a:t>Creating Business Value through Data Presentation</a:t>
            </a:r>
            <a:endParaRPr/>
          </a:p>
        </p:txBody>
      </p:sp>
      <p:sp>
        <p:nvSpPr>
          <p:cNvPr id="59" name="Google Shape;59;p1"/>
          <p:cNvSpPr txBox="1">
            <a:spLocks noGrp="1"/>
          </p:cNvSpPr>
          <p:nvPr>
            <p:ph type="subTitle" idx="1"/>
          </p:nvPr>
        </p:nvSpPr>
        <p:spPr>
          <a:xfrm>
            <a:off x="2764500" y="4155433"/>
            <a:ext cx="3615000" cy="935100"/>
          </a:xfrm>
          <a:prstGeom prst="rect">
            <a:avLst/>
          </a:prstGeom>
          <a:noFill/>
          <a:ln>
            <a:noFill/>
          </a:ln>
        </p:spPr>
        <p:txBody>
          <a:bodyPr spcFirstLastPara="1" wrap="square" lIns="91425" tIns="45700" rIns="91425" bIns="45700" anchor="t" anchorCtr="0">
            <a:normAutofit fontScale="55000" lnSpcReduction="20000"/>
          </a:bodyPr>
          <a:lstStyle/>
          <a:p>
            <a:pPr marL="0" lvl="0" indent="0" algn="ctr" rtl="0">
              <a:lnSpc>
                <a:spcPct val="90000"/>
              </a:lnSpc>
              <a:spcBef>
                <a:spcPts val="0"/>
              </a:spcBef>
              <a:spcAft>
                <a:spcPts val="0"/>
              </a:spcAft>
              <a:buClr>
                <a:srgbClr val="FF6600"/>
              </a:buClr>
              <a:buSzPct val="190476"/>
              <a:buNone/>
            </a:pPr>
            <a:endParaRPr/>
          </a:p>
          <a:p>
            <a:pPr marL="0" lvl="0" indent="0" algn="ctr" rtl="0">
              <a:lnSpc>
                <a:spcPct val="90000"/>
              </a:lnSpc>
              <a:spcBef>
                <a:spcPts val="1000"/>
              </a:spcBef>
              <a:spcAft>
                <a:spcPts val="0"/>
              </a:spcAft>
              <a:buClr>
                <a:srgbClr val="FF6600"/>
              </a:buClr>
              <a:buSzPct val="90909"/>
              <a:buNone/>
            </a:pPr>
            <a:r>
              <a:rPr lang="en-US" sz="4400"/>
              <a:t>Introduction to Analyzing Data for Business Goals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2"/>
          <p:cNvSpPr txBox="1">
            <a:spLocks noGrp="1"/>
          </p:cNvSpPr>
          <p:nvPr>
            <p:ph type="title"/>
          </p:nvPr>
        </p:nvSpPr>
        <p:spPr>
          <a:xfrm>
            <a:off x="453000" y="171975"/>
            <a:ext cx="82275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Learning Goals</a:t>
            </a:r>
            <a:endParaRPr b="0"/>
          </a:p>
        </p:txBody>
      </p:sp>
      <p:sp>
        <p:nvSpPr>
          <p:cNvPr id="65" name="Google Shape;65;p2"/>
          <p:cNvSpPr txBox="1">
            <a:spLocks noGrp="1"/>
          </p:cNvSpPr>
          <p:nvPr>
            <p:ph type="body" idx="1"/>
          </p:nvPr>
        </p:nvSpPr>
        <p:spPr>
          <a:xfrm>
            <a:off x="453000" y="1157675"/>
            <a:ext cx="8227500" cy="5289000"/>
          </a:xfrm>
          <a:prstGeom prst="rect">
            <a:avLst/>
          </a:prstGeom>
          <a:noFill/>
          <a:ln>
            <a:noFill/>
          </a:ln>
        </p:spPr>
        <p:txBody>
          <a:bodyPr spcFirstLastPara="1" wrap="square" lIns="91425" tIns="45700" rIns="91425" bIns="45700" anchor="t" anchorCtr="0">
            <a:normAutofit/>
          </a:bodyPr>
          <a:lstStyle/>
          <a:p>
            <a:pPr marL="457200" lvl="0" indent="-355600" algn="l" rtl="0">
              <a:lnSpc>
                <a:spcPct val="100000"/>
              </a:lnSpc>
              <a:spcBef>
                <a:spcPts val="0"/>
              </a:spcBef>
              <a:spcAft>
                <a:spcPts val="0"/>
              </a:spcAft>
              <a:buSzPts val="2000"/>
              <a:buChar char="●"/>
            </a:pPr>
            <a:r>
              <a:rPr lang="en-US" sz="2000" dirty="0"/>
              <a:t>Assess different data visualization techniques and discuss their advantages and limitations. </a:t>
            </a:r>
            <a:endParaRPr sz="2000" dirty="0"/>
          </a:p>
          <a:p>
            <a:pPr marL="457200" lvl="0" indent="-355600" algn="l" rtl="0">
              <a:lnSpc>
                <a:spcPct val="100000"/>
              </a:lnSpc>
              <a:spcBef>
                <a:spcPts val="0"/>
              </a:spcBef>
              <a:spcAft>
                <a:spcPts val="0"/>
              </a:spcAft>
              <a:buSzPts val="2000"/>
              <a:buChar char="●"/>
            </a:pPr>
            <a:r>
              <a:rPr lang="en-US" sz="2000" dirty="0"/>
              <a:t>Decide on a method to validate, prepare, and communicate insights to key stakeholders.</a:t>
            </a:r>
            <a:endParaRPr sz="2000" dirty="0"/>
          </a:p>
          <a:p>
            <a:pPr marL="457200" lvl="0" indent="-355600" algn="l" rtl="0">
              <a:lnSpc>
                <a:spcPct val="100000"/>
              </a:lnSpc>
              <a:spcBef>
                <a:spcPts val="0"/>
              </a:spcBef>
              <a:spcAft>
                <a:spcPts val="0"/>
              </a:spcAft>
              <a:buSzPts val="2000"/>
              <a:buChar char="●"/>
            </a:pPr>
            <a:r>
              <a:rPr lang="en-US" sz="2000" dirty="0"/>
              <a:t>Organize data using a pivot table in Excel.</a:t>
            </a:r>
            <a:endParaRPr sz="2000" dirty="0"/>
          </a:p>
          <a:p>
            <a:pPr marL="457200" lvl="0" indent="-355600" algn="l" rtl="0">
              <a:lnSpc>
                <a:spcPct val="100000"/>
              </a:lnSpc>
              <a:spcBef>
                <a:spcPts val="0"/>
              </a:spcBef>
              <a:spcAft>
                <a:spcPts val="0"/>
              </a:spcAft>
              <a:buSzPts val="2000"/>
              <a:buChar char="●"/>
            </a:pPr>
            <a:r>
              <a:rPr lang="en-US" sz="2000" dirty="0"/>
              <a:t>Describe the process of data manipulation and techniques using Excel.</a:t>
            </a:r>
            <a:endParaRP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3"/>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Data Manipulation</a:t>
            </a:r>
            <a:endParaRPr b="0"/>
          </a:p>
        </p:txBody>
      </p:sp>
      <p:sp>
        <p:nvSpPr>
          <p:cNvPr id="71" name="Google Shape;71;p3"/>
          <p:cNvSpPr txBox="1">
            <a:spLocks noGrp="1"/>
          </p:cNvSpPr>
          <p:nvPr>
            <p:ph type="body" idx="1"/>
          </p:nvPr>
        </p:nvSpPr>
        <p:spPr>
          <a:xfrm>
            <a:off x="453000" y="1157675"/>
            <a:ext cx="8250000" cy="5234700"/>
          </a:xfrm>
          <a:prstGeom prst="rect">
            <a:avLst/>
          </a:prstGeom>
          <a:noFill/>
          <a:ln>
            <a:noFill/>
          </a:ln>
        </p:spPr>
        <p:txBody>
          <a:bodyPr spcFirstLastPara="1" wrap="square" lIns="91425" tIns="45700" rIns="91425" bIns="45700" anchor="t" anchorCtr="0">
            <a:normAutofit/>
          </a:bodyPr>
          <a:lstStyle/>
          <a:p>
            <a:pPr marL="457200" lvl="0" indent="-355600" algn="l" rtl="0">
              <a:lnSpc>
                <a:spcPct val="115000"/>
              </a:lnSpc>
              <a:spcBef>
                <a:spcPts val="0"/>
              </a:spcBef>
              <a:spcAft>
                <a:spcPts val="0"/>
              </a:spcAft>
              <a:buSzPts val="2000"/>
              <a:buChar char="●"/>
            </a:pPr>
            <a:r>
              <a:rPr lang="en-US" sz="2000"/>
              <a:t>Data: collection of facts representing business transactions, experiences, observations, or experiments</a:t>
            </a:r>
            <a:endParaRPr sz="2000"/>
          </a:p>
          <a:p>
            <a:pPr marL="457200" lvl="0" indent="-355600" algn="l" rtl="0">
              <a:lnSpc>
                <a:spcPct val="115000"/>
              </a:lnSpc>
              <a:spcBef>
                <a:spcPts val="0"/>
              </a:spcBef>
              <a:spcAft>
                <a:spcPts val="0"/>
              </a:spcAft>
              <a:buSzPts val="2000"/>
              <a:buChar char="●"/>
            </a:pPr>
            <a:r>
              <a:rPr lang="en-US" sz="2000"/>
              <a:t>Data may come in a variety of forms</a:t>
            </a:r>
            <a:endParaRPr sz="2000"/>
          </a:p>
          <a:p>
            <a:pPr marL="914400" lvl="1" indent="-355600" algn="l" rtl="0">
              <a:lnSpc>
                <a:spcPct val="115000"/>
              </a:lnSpc>
              <a:spcBef>
                <a:spcPts val="0"/>
              </a:spcBef>
              <a:spcAft>
                <a:spcPts val="0"/>
              </a:spcAft>
              <a:buSzPts val="2000"/>
              <a:buChar char="○"/>
            </a:pPr>
            <a:r>
              <a:rPr lang="en-US" sz="2000"/>
              <a:t>Numbers, letters, words, images, vides, audio files</a:t>
            </a:r>
            <a:endParaRPr sz="2000"/>
          </a:p>
          <a:p>
            <a:pPr marL="457200" lvl="0" indent="-355600" algn="l" rtl="0">
              <a:lnSpc>
                <a:spcPct val="115000"/>
              </a:lnSpc>
              <a:spcBef>
                <a:spcPts val="0"/>
              </a:spcBef>
              <a:spcAft>
                <a:spcPts val="0"/>
              </a:spcAft>
              <a:buSzPts val="2000"/>
              <a:buChar char="●"/>
            </a:pPr>
            <a:r>
              <a:rPr lang="en-US" sz="2000"/>
              <a:t>Data is the lowest level of abstraction to create information and knowledge</a:t>
            </a:r>
            <a:endParaRPr sz="2000"/>
          </a:p>
          <a:p>
            <a:pPr marL="914400" lvl="1" indent="-355600" algn="l" rtl="0">
              <a:lnSpc>
                <a:spcPct val="115000"/>
              </a:lnSpc>
              <a:spcBef>
                <a:spcPts val="0"/>
              </a:spcBef>
              <a:spcAft>
                <a:spcPts val="0"/>
              </a:spcAft>
              <a:buSzPts val="2000"/>
              <a:buChar char="○"/>
            </a:pPr>
            <a:r>
              <a:rPr lang="en-US" sz="2000"/>
              <a:t>Data - Information - Knowledge</a:t>
            </a:r>
            <a:endParaRPr sz="2000"/>
          </a:p>
          <a:p>
            <a:pPr marL="457200" lvl="0" indent="-355600" algn="l" rtl="0">
              <a:lnSpc>
                <a:spcPct val="115000"/>
              </a:lnSpc>
              <a:spcBef>
                <a:spcPts val="0"/>
              </a:spcBef>
              <a:spcAft>
                <a:spcPts val="0"/>
              </a:spcAft>
              <a:buSzPts val="2000"/>
              <a:buChar char="●"/>
            </a:pPr>
            <a:r>
              <a:rPr lang="en-US" sz="2000"/>
              <a:t>Data is the raw material for business analytics</a:t>
            </a:r>
            <a:endParaRPr sz="2000"/>
          </a:p>
          <a:p>
            <a:pPr marL="914400" lvl="1" indent="-355600" algn="l" rtl="0">
              <a:lnSpc>
                <a:spcPct val="115000"/>
              </a:lnSpc>
              <a:spcBef>
                <a:spcPts val="0"/>
              </a:spcBef>
              <a:spcAft>
                <a:spcPts val="0"/>
              </a:spcAft>
              <a:buSzPts val="2000"/>
              <a:buChar char="○"/>
            </a:pPr>
            <a:r>
              <a:rPr lang="en-US" sz="2000"/>
              <a:t>“Data is the new oil”</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5"/>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Common Data Types</a:t>
            </a:r>
            <a:endParaRPr b="0"/>
          </a:p>
        </p:txBody>
      </p:sp>
      <p:sp>
        <p:nvSpPr>
          <p:cNvPr id="77" name="Google Shape;77;p5"/>
          <p:cNvSpPr txBox="1">
            <a:spLocks noGrp="1"/>
          </p:cNvSpPr>
          <p:nvPr>
            <p:ph type="body" idx="1"/>
          </p:nvPr>
        </p:nvSpPr>
        <p:spPr>
          <a:xfrm>
            <a:off x="453002" y="1157675"/>
            <a:ext cx="5030700" cy="52347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0"/>
              </a:spcBef>
              <a:spcAft>
                <a:spcPts val="0"/>
              </a:spcAft>
              <a:buSzPts val="2000"/>
              <a:buChar char="●"/>
            </a:pPr>
            <a:r>
              <a:rPr lang="en-US" sz="2000"/>
              <a:t>Structured data</a:t>
            </a:r>
            <a:endParaRPr sz="2000"/>
          </a:p>
          <a:p>
            <a:pPr marL="914400" lvl="1" indent="-355600" algn="l" rtl="0">
              <a:lnSpc>
                <a:spcPct val="90000"/>
              </a:lnSpc>
              <a:spcBef>
                <a:spcPts val="0"/>
              </a:spcBef>
              <a:spcAft>
                <a:spcPts val="0"/>
              </a:spcAft>
              <a:buSzPts val="2000"/>
              <a:buChar char="○"/>
            </a:pPr>
            <a:r>
              <a:rPr lang="en-US" sz="2000"/>
              <a:t>Numerical [continuous] data</a:t>
            </a:r>
            <a:endParaRPr sz="2000"/>
          </a:p>
          <a:p>
            <a:pPr marL="1371600" lvl="2" indent="-355600" algn="l" rtl="0">
              <a:lnSpc>
                <a:spcPct val="90000"/>
              </a:lnSpc>
              <a:spcBef>
                <a:spcPts val="0"/>
              </a:spcBef>
              <a:spcAft>
                <a:spcPts val="0"/>
              </a:spcAft>
              <a:buSzPts val="2000"/>
              <a:buChar char="■"/>
            </a:pPr>
            <a:r>
              <a:rPr lang="en-US" sz="2000"/>
              <a:t>Interval</a:t>
            </a:r>
            <a:endParaRPr sz="2000"/>
          </a:p>
          <a:p>
            <a:pPr marL="1371600" lvl="2" indent="-355600" algn="l" rtl="0">
              <a:lnSpc>
                <a:spcPct val="90000"/>
              </a:lnSpc>
              <a:spcBef>
                <a:spcPts val="0"/>
              </a:spcBef>
              <a:spcAft>
                <a:spcPts val="0"/>
              </a:spcAft>
              <a:buSzPts val="2000"/>
              <a:buChar char="■"/>
            </a:pPr>
            <a:r>
              <a:rPr lang="en-US" sz="2000"/>
              <a:t>Ratio</a:t>
            </a:r>
            <a:endParaRPr sz="2000"/>
          </a:p>
          <a:p>
            <a:pPr marL="914400" lvl="1" indent="-355600" algn="l" rtl="0">
              <a:lnSpc>
                <a:spcPct val="90000"/>
              </a:lnSpc>
              <a:spcBef>
                <a:spcPts val="0"/>
              </a:spcBef>
              <a:spcAft>
                <a:spcPts val="0"/>
              </a:spcAft>
              <a:buSzPts val="2000"/>
              <a:buChar char="○"/>
            </a:pPr>
            <a:r>
              <a:rPr lang="en-US" sz="2000"/>
              <a:t>Categorical [discrete] data </a:t>
            </a:r>
            <a:endParaRPr sz="2000"/>
          </a:p>
          <a:p>
            <a:pPr marL="1371600" lvl="2" indent="-355600" algn="l" rtl="0">
              <a:lnSpc>
                <a:spcPct val="90000"/>
              </a:lnSpc>
              <a:spcBef>
                <a:spcPts val="0"/>
              </a:spcBef>
              <a:spcAft>
                <a:spcPts val="0"/>
              </a:spcAft>
              <a:buSzPts val="2000"/>
              <a:buChar char="■"/>
            </a:pPr>
            <a:r>
              <a:rPr lang="en-US" sz="2000"/>
              <a:t>Nominal</a:t>
            </a:r>
            <a:endParaRPr sz="2000"/>
          </a:p>
          <a:p>
            <a:pPr marL="1371600" lvl="2" indent="-355600" algn="l" rtl="0">
              <a:lnSpc>
                <a:spcPct val="90000"/>
              </a:lnSpc>
              <a:spcBef>
                <a:spcPts val="0"/>
              </a:spcBef>
              <a:spcAft>
                <a:spcPts val="0"/>
              </a:spcAft>
              <a:buSzPts val="2000"/>
              <a:buChar char="■"/>
            </a:pPr>
            <a:r>
              <a:rPr lang="en-US" sz="2000"/>
              <a:t>Ordinal</a:t>
            </a:r>
            <a:endParaRPr sz="2000"/>
          </a:p>
          <a:p>
            <a:pPr marL="457200" lvl="0" indent="-355600" algn="l" rtl="0">
              <a:lnSpc>
                <a:spcPct val="90000"/>
              </a:lnSpc>
              <a:spcBef>
                <a:spcPts val="0"/>
              </a:spcBef>
              <a:spcAft>
                <a:spcPts val="0"/>
              </a:spcAft>
              <a:buSzPts val="2000"/>
              <a:buChar char="●"/>
            </a:pPr>
            <a:r>
              <a:rPr lang="en-US" sz="2000"/>
              <a:t>Unstructured [less structured] data</a:t>
            </a:r>
            <a:endParaRPr sz="2000"/>
          </a:p>
          <a:p>
            <a:pPr marL="914400" lvl="1" indent="-355600" algn="l" rtl="0">
              <a:lnSpc>
                <a:spcPct val="90000"/>
              </a:lnSpc>
              <a:spcBef>
                <a:spcPts val="0"/>
              </a:spcBef>
              <a:spcAft>
                <a:spcPts val="0"/>
              </a:spcAft>
              <a:buSzPts val="2000"/>
              <a:buChar char="○"/>
            </a:pPr>
            <a:r>
              <a:rPr lang="en-US" sz="2000"/>
              <a:t>Textual data </a:t>
            </a:r>
            <a:endParaRPr sz="2000"/>
          </a:p>
          <a:p>
            <a:pPr marL="914400" lvl="1" indent="-355600" algn="l" rtl="0">
              <a:lnSpc>
                <a:spcPct val="90000"/>
              </a:lnSpc>
              <a:spcBef>
                <a:spcPts val="0"/>
              </a:spcBef>
              <a:spcAft>
                <a:spcPts val="0"/>
              </a:spcAft>
              <a:buSzPts val="2000"/>
              <a:buChar char="○"/>
            </a:pPr>
            <a:r>
              <a:rPr lang="en-US" sz="2000"/>
              <a:t>Multimedia data (Image, video, audio)</a:t>
            </a:r>
            <a:endParaRPr sz="2000"/>
          </a:p>
          <a:p>
            <a:pPr marL="914400" lvl="1" indent="-355600" algn="l" rtl="0">
              <a:lnSpc>
                <a:spcPct val="90000"/>
              </a:lnSpc>
              <a:spcBef>
                <a:spcPts val="0"/>
              </a:spcBef>
              <a:spcAft>
                <a:spcPts val="0"/>
              </a:spcAft>
              <a:buSzPts val="2000"/>
              <a:buChar char="○"/>
            </a:pPr>
            <a:r>
              <a:rPr lang="en-US" sz="2000"/>
              <a:t>XML/HTML/JSON </a:t>
            </a:r>
            <a:endParaRPr sz="2000"/>
          </a:p>
        </p:txBody>
      </p:sp>
      <p:sp>
        <p:nvSpPr>
          <p:cNvPr id="78" name="Google Shape;78;p5"/>
          <p:cNvSpPr/>
          <p:nvPr/>
        </p:nvSpPr>
        <p:spPr>
          <a:xfrm>
            <a:off x="5275032" y="1295784"/>
            <a:ext cx="519232" cy="2669680"/>
          </a:xfrm>
          <a:prstGeom prst="rightBrace">
            <a:avLst>
              <a:gd name="adj1" fmla="val 8333"/>
              <a:gd name="adj2" fmla="val 50000"/>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9" name="Google Shape;79;p5"/>
          <p:cNvSpPr/>
          <p:nvPr/>
        </p:nvSpPr>
        <p:spPr>
          <a:xfrm>
            <a:off x="5840506" y="2307458"/>
            <a:ext cx="840295"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5496"/>
                </a:solidFill>
                <a:latin typeface="Calibri"/>
                <a:ea typeface="Calibri"/>
                <a:cs typeface="Calibri"/>
                <a:sym typeface="Calibri"/>
              </a:rPr>
              <a:t>Data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5496"/>
                </a:solidFill>
                <a:latin typeface="Calibri"/>
                <a:ea typeface="Calibri"/>
                <a:cs typeface="Calibri"/>
                <a:sym typeface="Calibri"/>
              </a:rPr>
              <a:t>Mining</a:t>
            </a:r>
            <a:endParaRPr sz="1400" b="0" i="0" u="none" strike="noStrike" cap="none">
              <a:solidFill>
                <a:srgbClr val="000000"/>
              </a:solidFill>
              <a:latin typeface="Arial"/>
              <a:ea typeface="Arial"/>
              <a:cs typeface="Arial"/>
              <a:sym typeface="Arial"/>
            </a:endParaRPr>
          </a:p>
        </p:txBody>
      </p:sp>
      <p:sp>
        <p:nvSpPr>
          <p:cNvPr id="80" name="Google Shape;80;p5"/>
          <p:cNvSpPr/>
          <p:nvPr/>
        </p:nvSpPr>
        <p:spPr>
          <a:xfrm>
            <a:off x="5663549" y="3065885"/>
            <a:ext cx="474000" cy="646200"/>
          </a:xfrm>
          <a:prstGeom prst="rightBrace">
            <a:avLst>
              <a:gd name="adj1" fmla="val 8333"/>
              <a:gd name="adj2" fmla="val 50000"/>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 name="Google Shape;81;p5"/>
          <p:cNvSpPr/>
          <p:nvPr/>
        </p:nvSpPr>
        <p:spPr>
          <a:xfrm>
            <a:off x="6052148" y="3072572"/>
            <a:ext cx="8403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5496"/>
                </a:solidFill>
                <a:latin typeface="Calibri"/>
                <a:ea typeface="Calibri"/>
                <a:cs typeface="Calibri"/>
                <a:sym typeface="Calibri"/>
              </a:rPr>
              <a:t>Text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5496"/>
                </a:solidFill>
                <a:latin typeface="Calibri"/>
                <a:ea typeface="Calibri"/>
                <a:cs typeface="Calibri"/>
                <a:sym typeface="Calibri"/>
              </a:rPr>
              <a:t>Mining</a:t>
            </a:r>
            <a:endParaRPr sz="1400" b="0" i="0" u="none" strike="noStrike" cap="none">
              <a:solidFill>
                <a:srgbClr val="000000"/>
              </a:solidFill>
              <a:latin typeface="Arial"/>
              <a:ea typeface="Arial"/>
              <a:cs typeface="Arial"/>
              <a:sym typeface="Arial"/>
            </a:endParaRPr>
          </a:p>
        </p:txBody>
      </p:sp>
      <p:sp>
        <p:nvSpPr>
          <p:cNvPr id="82" name="Google Shape;82;p5"/>
          <p:cNvSpPr/>
          <p:nvPr/>
        </p:nvSpPr>
        <p:spPr>
          <a:xfrm>
            <a:off x="5663549" y="3719704"/>
            <a:ext cx="474000" cy="590100"/>
          </a:xfrm>
          <a:prstGeom prst="rightBrace">
            <a:avLst>
              <a:gd name="adj1" fmla="val 8333"/>
              <a:gd name="adj2" fmla="val 50000"/>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3" name="Google Shape;83;p5"/>
          <p:cNvSpPr/>
          <p:nvPr/>
        </p:nvSpPr>
        <p:spPr>
          <a:xfrm>
            <a:off x="6068672" y="3700188"/>
            <a:ext cx="8403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5496"/>
                </a:solidFill>
                <a:latin typeface="Calibri"/>
                <a:ea typeface="Calibri"/>
                <a:cs typeface="Calibri"/>
                <a:sym typeface="Calibri"/>
              </a:rPr>
              <a:t>Media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5496"/>
                </a:solidFill>
                <a:latin typeface="Calibri"/>
                <a:ea typeface="Calibri"/>
                <a:cs typeface="Calibri"/>
                <a:sym typeface="Calibri"/>
              </a:rPr>
              <a:t>Mining</a:t>
            </a:r>
            <a:endParaRPr sz="1400" b="0" i="0" u="none" strike="noStrike" cap="none">
              <a:solidFill>
                <a:srgbClr val="000000"/>
              </a:solidFill>
              <a:latin typeface="Arial"/>
              <a:ea typeface="Arial"/>
              <a:cs typeface="Arial"/>
              <a:sym typeface="Arial"/>
            </a:endParaRPr>
          </a:p>
        </p:txBody>
      </p:sp>
      <p:sp>
        <p:nvSpPr>
          <p:cNvPr id="84" name="Google Shape;84;p5"/>
          <p:cNvSpPr/>
          <p:nvPr/>
        </p:nvSpPr>
        <p:spPr>
          <a:xfrm>
            <a:off x="6767108" y="3388098"/>
            <a:ext cx="474000" cy="1318800"/>
          </a:xfrm>
          <a:prstGeom prst="rightBrace">
            <a:avLst>
              <a:gd name="adj1" fmla="val 8333"/>
              <a:gd name="adj2" fmla="val 50000"/>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5" name="Google Shape;85;p5"/>
          <p:cNvSpPr/>
          <p:nvPr/>
        </p:nvSpPr>
        <p:spPr>
          <a:xfrm>
            <a:off x="7201040" y="3715123"/>
            <a:ext cx="8403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5496"/>
                </a:solidFill>
                <a:latin typeface="Calibri"/>
                <a:ea typeface="Calibri"/>
                <a:cs typeface="Calibri"/>
                <a:sym typeface="Calibri"/>
              </a:rPr>
              <a:t>Web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5496"/>
                </a:solidFill>
                <a:latin typeface="Calibri"/>
                <a:ea typeface="Calibri"/>
                <a:cs typeface="Calibri"/>
                <a:sym typeface="Calibri"/>
              </a:rPr>
              <a:t>Mining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6"/>
          <p:cNvSpPr txBox="1">
            <a:spLocks noGrp="1"/>
          </p:cNvSpPr>
          <p:nvPr>
            <p:ph type="title"/>
          </p:nvPr>
        </p:nvSpPr>
        <p:spPr>
          <a:xfrm>
            <a:off x="453007" y="171974"/>
            <a:ext cx="4601465" cy="14408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Preprocessing of Data</a:t>
            </a:r>
            <a:br>
              <a:rPr lang="en-US" b="0"/>
            </a:br>
            <a:r>
              <a:rPr lang="en-US" b="0"/>
              <a:t> for Analytics</a:t>
            </a:r>
            <a:endParaRPr b="0"/>
          </a:p>
        </p:txBody>
      </p:sp>
      <p:sp>
        <p:nvSpPr>
          <p:cNvPr id="91" name="Google Shape;91;p6"/>
          <p:cNvSpPr txBox="1">
            <a:spLocks noGrp="1"/>
          </p:cNvSpPr>
          <p:nvPr>
            <p:ph type="body" idx="1"/>
          </p:nvPr>
        </p:nvSpPr>
        <p:spPr>
          <a:xfrm>
            <a:off x="453006" y="1612835"/>
            <a:ext cx="4541732" cy="4779575"/>
          </a:xfrm>
          <a:prstGeom prst="rect">
            <a:avLst/>
          </a:prstGeom>
          <a:noFill/>
          <a:ln>
            <a:noFill/>
          </a:ln>
        </p:spPr>
        <p:txBody>
          <a:bodyPr spcFirstLastPara="1" wrap="square" lIns="91425" tIns="45700" rIns="91425" bIns="45700" anchor="t" anchorCtr="0">
            <a:normAutofit/>
          </a:bodyPr>
          <a:lstStyle/>
          <a:p>
            <a:pPr marL="457200" lvl="0" indent="-355600" algn="l" rtl="0">
              <a:lnSpc>
                <a:spcPct val="115000"/>
              </a:lnSpc>
              <a:spcBef>
                <a:spcPts val="0"/>
              </a:spcBef>
              <a:spcAft>
                <a:spcPts val="0"/>
              </a:spcAft>
              <a:buSzPts val="2000"/>
              <a:buChar char="●"/>
            </a:pPr>
            <a:r>
              <a:rPr lang="en-US" sz="2000"/>
              <a:t>The raw data is </a:t>
            </a:r>
            <a:endParaRPr sz="2000"/>
          </a:p>
          <a:p>
            <a:pPr marL="914400" lvl="1" indent="-355600" algn="l" rtl="0">
              <a:lnSpc>
                <a:spcPct val="115000"/>
              </a:lnSpc>
              <a:spcBef>
                <a:spcPts val="0"/>
              </a:spcBef>
              <a:spcAft>
                <a:spcPts val="0"/>
              </a:spcAft>
              <a:buSzPts val="2000"/>
              <a:buChar char="○"/>
            </a:pPr>
            <a:r>
              <a:rPr lang="en-US" sz="2000"/>
              <a:t>Dirty…</a:t>
            </a:r>
            <a:endParaRPr sz="2000"/>
          </a:p>
          <a:p>
            <a:pPr marL="914400" lvl="1" indent="-355600" algn="l" rtl="0">
              <a:lnSpc>
                <a:spcPct val="115000"/>
              </a:lnSpc>
              <a:spcBef>
                <a:spcPts val="0"/>
              </a:spcBef>
              <a:spcAft>
                <a:spcPts val="0"/>
              </a:spcAft>
              <a:buSzPts val="2000"/>
              <a:buChar char="○"/>
            </a:pPr>
            <a:r>
              <a:rPr lang="en-US" sz="2000"/>
              <a:t>Noisy…</a:t>
            </a:r>
            <a:endParaRPr sz="2000"/>
          </a:p>
          <a:p>
            <a:pPr marL="914400" lvl="1" indent="-355600" algn="l" rtl="0">
              <a:lnSpc>
                <a:spcPct val="115000"/>
              </a:lnSpc>
              <a:spcBef>
                <a:spcPts val="0"/>
              </a:spcBef>
              <a:spcAft>
                <a:spcPts val="0"/>
              </a:spcAft>
              <a:buSzPts val="2000"/>
              <a:buChar char="○"/>
            </a:pPr>
            <a:r>
              <a:rPr lang="en-US" sz="2000"/>
              <a:t>Incomplete…</a:t>
            </a:r>
            <a:endParaRPr sz="2000"/>
          </a:p>
          <a:p>
            <a:pPr marL="914400" lvl="1" indent="-355600" algn="l" rtl="0">
              <a:lnSpc>
                <a:spcPct val="115000"/>
              </a:lnSpc>
              <a:spcBef>
                <a:spcPts val="0"/>
              </a:spcBef>
              <a:spcAft>
                <a:spcPts val="0"/>
              </a:spcAft>
              <a:buSzPts val="2000"/>
              <a:buChar char="○"/>
            </a:pPr>
            <a:r>
              <a:rPr lang="en-US" sz="2000"/>
              <a:t>Inconsistent…</a:t>
            </a:r>
            <a:endParaRPr sz="2000"/>
          </a:p>
          <a:p>
            <a:pPr marL="914400" lvl="1" indent="-355600" algn="l" rtl="0">
              <a:lnSpc>
                <a:spcPct val="115000"/>
              </a:lnSpc>
              <a:spcBef>
                <a:spcPts val="0"/>
              </a:spcBef>
              <a:spcAft>
                <a:spcPts val="0"/>
              </a:spcAft>
              <a:buSzPts val="2000"/>
              <a:buChar char="○"/>
            </a:pPr>
            <a:r>
              <a:rPr lang="en-US" sz="2000"/>
              <a:t>Inaccurate…</a:t>
            </a:r>
            <a:endParaRPr sz="2000"/>
          </a:p>
          <a:p>
            <a:pPr marL="457200" lvl="0" indent="-355600" algn="l" rtl="0">
              <a:lnSpc>
                <a:spcPct val="115000"/>
              </a:lnSpc>
              <a:spcBef>
                <a:spcPts val="0"/>
              </a:spcBef>
              <a:spcAft>
                <a:spcPts val="0"/>
              </a:spcAft>
              <a:buSzPts val="2000"/>
              <a:buChar char="●"/>
            </a:pPr>
            <a:r>
              <a:rPr lang="en-US" sz="2000"/>
              <a:t>The GIGO principle</a:t>
            </a:r>
            <a:endParaRPr sz="2000"/>
          </a:p>
          <a:p>
            <a:pPr marL="457200" lvl="0" indent="-355600" algn="l" rtl="0">
              <a:lnSpc>
                <a:spcPct val="115000"/>
              </a:lnSpc>
              <a:spcBef>
                <a:spcPts val="0"/>
              </a:spcBef>
              <a:spcAft>
                <a:spcPts val="0"/>
              </a:spcAft>
              <a:buSzPts val="2000"/>
              <a:buChar char="●"/>
            </a:pPr>
            <a:r>
              <a:rPr lang="en-US" sz="2000"/>
              <a:t>It is a time demanding, multi-step, recursive,  and tedious process </a:t>
            </a:r>
            <a:endParaRPr sz="2000"/>
          </a:p>
        </p:txBody>
      </p:sp>
      <p:pic>
        <p:nvPicPr>
          <p:cNvPr id="92" name="Google Shape;92;p6" descr="Diagram&#10;&#10;Description automatically generated"/>
          <p:cNvPicPr preferRelativeResize="0"/>
          <p:nvPr/>
        </p:nvPicPr>
        <p:blipFill rotWithShape="1">
          <a:blip r:embed="rId3">
            <a:alphaModFix/>
          </a:blip>
          <a:srcRect/>
          <a:stretch/>
        </p:blipFill>
        <p:spPr>
          <a:xfrm>
            <a:off x="5676521" y="283953"/>
            <a:ext cx="1897022" cy="610415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7"/>
          <p:cNvSpPr txBox="1">
            <a:spLocks noGrp="1"/>
          </p:cNvSpPr>
          <p:nvPr>
            <p:ph type="title"/>
          </p:nvPr>
        </p:nvSpPr>
        <p:spPr>
          <a:xfrm>
            <a:off x="453000" y="171975"/>
            <a:ext cx="8227500" cy="615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100000"/>
              <a:buFont typeface="Calibri"/>
              <a:buNone/>
            </a:pPr>
            <a:r>
              <a:rPr lang="en-US" sz="4000" b="0"/>
              <a:t>Summary of Data Preprocessing Tasks</a:t>
            </a:r>
            <a:endParaRPr b="0"/>
          </a:p>
        </p:txBody>
      </p:sp>
      <p:graphicFrame>
        <p:nvGraphicFramePr>
          <p:cNvPr id="98" name="Google Shape;98;p7"/>
          <p:cNvGraphicFramePr/>
          <p:nvPr/>
        </p:nvGraphicFramePr>
        <p:xfrm>
          <a:off x="375840" y="787032"/>
          <a:ext cx="8392350" cy="5750050"/>
        </p:xfrm>
        <a:graphic>
          <a:graphicData uri="http://schemas.openxmlformats.org/drawingml/2006/table">
            <a:tbl>
              <a:tblPr firstRow="1" bandRow="1">
                <a:noFill/>
                <a:tableStyleId>{DE936666-F6A8-40DD-AC4A-13F8A77D03A5}</a:tableStyleId>
              </a:tblPr>
              <a:tblGrid>
                <a:gridCol w="1902075">
                  <a:extLst>
                    <a:ext uri="{9D8B030D-6E8A-4147-A177-3AD203B41FA5}">
                      <a16:colId xmlns:a16="http://schemas.microsoft.com/office/drawing/2014/main" val="20000"/>
                    </a:ext>
                  </a:extLst>
                </a:gridCol>
                <a:gridCol w="2460475">
                  <a:extLst>
                    <a:ext uri="{9D8B030D-6E8A-4147-A177-3AD203B41FA5}">
                      <a16:colId xmlns:a16="http://schemas.microsoft.com/office/drawing/2014/main" val="20001"/>
                    </a:ext>
                  </a:extLst>
                </a:gridCol>
                <a:gridCol w="4029800">
                  <a:extLst>
                    <a:ext uri="{9D8B030D-6E8A-4147-A177-3AD203B41FA5}">
                      <a16:colId xmlns:a16="http://schemas.microsoft.com/office/drawing/2014/main" val="20002"/>
                    </a:ext>
                  </a:extLst>
                </a:gridCol>
              </a:tblGrid>
              <a:tr h="414850">
                <a:tc>
                  <a:txBody>
                    <a:bodyPr/>
                    <a:lstStyle/>
                    <a:p>
                      <a:pPr marL="0" marR="0" lvl="0" indent="0" algn="l" rtl="0">
                        <a:lnSpc>
                          <a:spcPct val="87500"/>
                        </a:lnSpc>
                        <a:spcBef>
                          <a:spcPts val="0"/>
                        </a:spcBef>
                        <a:spcAft>
                          <a:spcPts val="0"/>
                        </a:spcAft>
                        <a:buClr>
                          <a:srgbClr val="000000"/>
                        </a:buClr>
                        <a:buSzPts val="1600"/>
                        <a:buFont typeface="Arial"/>
                        <a:buNone/>
                      </a:pPr>
                      <a:r>
                        <a:rPr lang="en-US" sz="1600" u="none" strike="noStrike" cap="none"/>
                        <a:t> Main Task</a:t>
                      </a:r>
                      <a:endParaRPr sz="1600" b="1" u="none" strike="noStrike" cap="none">
                        <a:latin typeface="Verdana"/>
                        <a:ea typeface="Verdana"/>
                        <a:cs typeface="Verdana"/>
                        <a:sym typeface="Verdana"/>
                      </a:endParaRPr>
                    </a:p>
                  </a:txBody>
                  <a:tcPr marL="12750" marR="12750" marT="12750" marB="19125" anchor="ctr">
                    <a:solidFill>
                      <a:srgbClr val="0064A4"/>
                    </a:solidFill>
                  </a:tcPr>
                </a:tc>
                <a:tc>
                  <a:txBody>
                    <a:bodyPr/>
                    <a:lstStyle/>
                    <a:p>
                      <a:pPr marL="0" marR="0" lvl="0" indent="0" algn="l" rtl="0">
                        <a:lnSpc>
                          <a:spcPct val="87500"/>
                        </a:lnSpc>
                        <a:spcBef>
                          <a:spcPts val="0"/>
                        </a:spcBef>
                        <a:spcAft>
                          <a:spcPts val="0"/>
                        </a:spcAft>
                        <a:buClr>
                          <a:srgbClr val="000000"/>
                        </a:buClr>
                        <a:buSzPts val="1600"/>
                        <a:buFont typeface="Arial"/>
                        <a:buNone/>
                      </a:pPr>
                      <a:r>
                        <a:rPr lang="en-US" sz="1600" u="none" strike="noStrike" cap="none"/>
                        <a:t> Subtasks</a:t>
                      </a:r>
                      <a:endParaRPr sz="1600" b="1" u="none" strike="noStrike" cap="none">
                        <a:latin typeface="Verdana"/>
                        <a:ea typeface="Verdana"/>
                        <a:cs typeface="Verdana"/>
                        <a:sym typeface="Verdana"/>
                      </a:endParaRPr>
                    </a:p>
                  </a:txBody>
                  <a:tcPr marL="12750" marR="12750" marT="12750" marB="19125" anchor="ctr">
                    <a:solidFill>
                      <a:srgbClr val="0064A4"/>
                    </a:solidFill>
                  </a:tcPr>
                </a:tc>
                <a:tc>
                  <a:txBody>
                    <a:bodyPr/>
                    <a:lstStyle/>
                    <a:p>
                      <a:pPr marL="0" marR="0" lvl="0" indent="0" algn="l" rtl="0">
                        <a:lnSpc>
                          <a:spcPct val="87500"/>
                        </a:lnSpc>
                        <a:spcBef>
                          <a:spcPts val="0"/>
                        </a:spcBef>
                        <a:spcAft>
                          <a:spcPts val="0"/>
                        </a:spcAft>
                        <a:buClr>
                          <a:srgbClr val="000000"/>
                        </a:buClr>
                        <a:buSzPts val="1600"/>
                        <a:buFont typeface="Arial"/>
                        <a:buNone/>
                      </a:pPr>
                      <a:r>
                        <a:rPr lang="en-US" sz="1600" u="none" strike="noStrike" cap="none"/>
                        <a:t> Popular Methods</a:t>
                      </a:r>
                      <a:endParaRPr sz="1600" b="1" u="none" strike="noStrike" cap="none">
                        <a:latin typeface="Verdana"/>
                        <a:ea typeface="Verdana"/>
                        <a:cs typeface="Verdana"/>
                        <a:sym typeface="Verdana"/>
                      </a:endParaRPr>
                    </a:p>
                  </a:txBody>
                  <a:tcPr marL="12750" marR="12750" marT="12750" marB="19125" anchor="ctr">
                    <a:solidFill>
                      <a:srgbClr val="0064A4"/>
                    </a:solidFill>
                  </a:tcPr>
                </a:tc>
                <a:extLst>
                  <a:ext uri="{0D108BD9-81ED-4DB2-BD59-A6C34878D82A}">
                    <a16:rowId xmlns:a16="http://schemas.microsoft.com/office/drawing/2014/main" val="10000"/>
                  </a:ext>
                </a:extLst>
              </a:tr>
              <a:tr h="186750">
                <a:tc rowSpan="3">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Data consolidation</a:t>
                      </a:r>
                      <a:endParaRPr sz="1400" b="1" u="none" strike="noStrike" cap="none">
                        <a:latin typeface="Verdana"/>
                        <a:ea typeface="Verdana"/>
                        <a:cs typeface="Verdana"/>
                        <a:sym typeface="Verdana"/>
                      </a:endParaRPr>
                    </a:p>
                    <a:p>
                      <a:pPr marL="0" marR="0" lvl="0" indent="0" algn="l" rtl="0">
                        <a:lnSpc>
                          <a:spcPct val="100000"/>
                        </a:lnSpc>
                        <a:spcBef>
                          <a:spcPts val="600"/>
                        </a:spcBef>
                        <a:spcAft>
                          <a:spcPts val="0"/>
                        </a:spcAft>
                        <a:buClr>
                          <a:srgbClr val="000000"/>
                        </a:buClr>
                        <a:buSzPts val="1400"/>
                        <a:buFont typeface="Arial"/>
                        <a:buNone/>
                      </a:pPr>
                      <a:r>
                        <a:rPr lang="en-US" sz="1400" b="1" u="none" strike="noStrike" cap="none"/>
                        <a:t> </a:t>
                      </a:r>
                      <a:endParaRPr sz="1400" b="1"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Access and collect the data</a:t>
                      </a:r>
                      <a:endParaRPr sz="1400"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SQL queries, software agents, Web crawlers, data access APIs</a:t>
                      </a:r>
                      <a:endParaRPr sz="1200" u="none" strike="noStrike" cap="none">
                        <a:latin typeface="Verdana"/>
                        <a:ea typeface="Verdana"/>
                        <a:cs typeface="Verdana"/>
                        <a:sym typeface="Verdana"/>
                      </a:endParaRPr>
                    </a:p>
                  </a:txBody>
                  <a:tcPr marL="12750" marR="12750" marT="12750" marB="12750"/>
                </a:tc>
                <a:extLst>
                  <a:ext uri="{0D108BD9-81ED-4DB2-BD59-A6C34878D82A}">
                    <a16:rowId xmlns:a16="http://schemas.microsoft.com/office/drawing/2014/main" val="10001"/>
                  </a:ext>
                </a:extLst>
              </a:tr>
              <a:tr h="18675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Select and filter the data</a:t>
                      </a:r>
                      <a:endParaRPr sz="1400"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Domain expertise, SQL queries, statistical tests</a:t>
                      </a:r>
                      <a:endParaRPr sz="1200" u="none" strike="noStrike" cap="none">
                        <a:latin typeface="Verdana"/>
                        <a:ea typeface="Verdana"/>
                        <a:cs typeface="Verdana"/>
                        <a:sym typeface="Verdana"/>
                      </a:endParaRPr>
                    </a:p>
                  </a:txBody>
                  <a:tcPr marL="12750" marR="12750" marT="12750" marB="12750"/>
                </a:tc>
                <a:extLst>
                  <a:ext uri="{0D108BD9-81ED-4DB2-BD59-A6C34878D82A}">
                    <a16:rowId xmlns:a16="http://schemas.microsoft.com/office/drawing/2014/main" val="10002"/>
                  </a:ext>
                </a:extLst>
              </a:tr>
              <a:tr h="18675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Integrate and unify the data</a:t>
                      </a:r>
                      <a:endParaRPr sz="1400"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SQL queries, domain expertise, ontology-driven data mapping</a:t>
                      </a:r>
                      <a:endParaRPr sz="1200" u="none" strike="noStrike" cap="none">
                        <a:latin typeface="Verdana"/>
                        <a:ea typeface="Verdana"/>
                        <a:cs typeface="Verdana"/>
                        <a:sym typeface="Verdana"/>
                      </a:endParaRPr>
                    </a:p>
                  </a:txBody>
                  <a:tcPr marL="12750" marR="12750" marT="12750" marB="12750"/>
                </a:tc>
                <a:extLst>
                  <a:ext uri="{0D108BD9-81ED-4DB2-BD59-A6C34878D82A}">
                    <a16:rowId xmlns:a16="http://schemas.microsoft.com/office/drawing/2014/main" val="10003"/>
                  </a:ext>
                </a:extLst>
              </a:tr>
              <a:tr h="231050">
                <a:tc rowSpan="3">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Data cleaning</a:t>
                      </a:r>
                      <a:endParaRPr sz="1400" b="1"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Handle missing values in the data</a:t>
                      </a:r>
                      <a:endParaRPr sz="1400"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Filling in the missing values (imputations); recoding of the missing values with a constant such as “ML”; removal of the records; etc.</a:t>
                      </a:r>
                      <a:endParaRPr sz="1200" u="none" strike="noStrike" cap="none">
                        <a:latin typeface="Verdana"/>
                        <a:ea typeface="Verdana"/>
                        <a:cs typeface="Verdana"/>
                        <a:sym typeface="Verdana"/>
                      </a:endParaRPr>
                    </a:p>
                  </a:txBody>
                  <a:tcPr marL="12750" marR="12750" marT="12750" marB="12750"/>
                </a:tc>
                <a:extLst>
                  <a:ext uri="{0D108BD9-81ED-4DB2-BD59-A6C34878D82A}">
                    <a16:rowId xmlns:a16="http://schemas.microsoft.com/office/drawing/2014/main" val="10004"/>
                  </a:ext>
                </a:extLst>
              </a:tr>
              <a:tr h="47585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Identify and reduce noise in the data</a:t>
                      </a:r>
                      <a:endParaRPr sz="1400"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Identification of outliers in data with simple statistical techniques or with cluster analysis; removal of the outliers or smoothing by using binning, regression, or simple averages</a:t>
                      </a:r>
                      <a:endParaRPr sz="1200" u="none" strike="noStrike" cap="none">
                        <a:latin typeface="Verdana"/>
                        <a:ea typeface="Verdana"/>
                        <a:cs typeface="Verdana"/>
                        <a:sym typeface="Verdana"/>
                      </a:endParaRPr>
                    </a:p>
                  </a:txBody>
                  <a:tcPr marL="12750" marR="12750" marT="12750" marB="12750"/>
                </a:tc>
                <a:extLst>
                  <a:ext uri="{0D108BD9-81ED-4DB2-BD59-A6C34878D82A}">
                    <a16:rowId xmlns:a16="http://schemas.microsoft.com/office/drawing/2014/main" val="10005"/>
                  </a:ext>
                </a:extLst>
              </a:tr>
              <a:tr h="47585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Find and eliminate erroneous data</a:t>
                      </a:r>
                      <a:endParaRPr sz="1400"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Identification of erroneous values in data, such as odd values, inconsistent class labels, odd distributions; use of domain expertise to correct the values or remove the records</a:t>
                      </a:r>
                      <a:endParaRPr sz="1200" u="none" strike="noStrike" cap="none">
                        <a:latin typeface="Verdana"/>
                        <a:ea typeface="Verdana"/>
                        <a:cs typeface="Verdana"/>
                        <a:sym typeface="Verdana"/>
                      </a:endParaRPr>
                    </a:p>
                  </a:txBody>
                  <a:tcPr marL="12750" marR="12750" marT="12750" marB="12750"/>
                </a:tc>
                <a:extLst>
                  <a:ext uri="{0D108BD9-81ED-4DB2-BD59-A6C34878D82A}">
                    <a16:rowId xmlns:a16="http://schemas.microsoft.com/office/drawing/2014/main" val="10006"/>
                  </a:ext>
                </a:extLst>
              </a:tr>
              <a:tr h="331300">
                <a:tc rowSpan="3">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Data transformation</a:t>
                      </a:r>
                      <a:endParaRPr sz="1400" b="1" u="none" strike="noStrike" cap="none">
                        <a:latin typeface="Verdana"/>
                        <a:ea typeface="Verdana"/>
                        <a:cs typeface="Verdana"/>
                        <a:sym typeface="Verdana"/>
                      </a:endParaRPr>
                    </a:p>
                    <a:p>
                      <a:pPr marL="0" marR="0" lvl="0" indent="0" algn="l" rtl="0">
                        <a:lnSpc>
                          <a:spcPct val="100000"/>
                        </a:lnSpc>
                        <a:spcBef>
                          <a:spcPts val="600"/>
                        </a:spcBef>
                        <a:spcAft>
                          <a:spcPts val="0"/>
                        </a:spcAft>
                        <a:buClr>
                          <a:srgbClr val="000000"/>
                        </a:buClr>
                        <a:buSzPts val="1400"/>
                        <a:buFont typeface="Arial"/>
                        <a:buNone/>
                      </a:pPr>
                      <a:r>
                        <a:rPr lang="en-US" sz="1400" b="1" u="none" strike="noStrike" cap="none"/>
                        <a:t> </a:t>
                      </a:r>
                      <a:endParaRPr sz="1400" b="1" u="none" strike="noStrike" cap="none">
                        <a:latin typeface="Verdana"/>
                        <a:ea typeface="Verdana"/>
                        <a:cs typeface="Verdana"/>
                        <a:sym typeface="Verdana"/>
                      </a:endParaRPr>
                    </a:p>
                    <a:p>
                      <a:pPr marL="0" marR="0" lvl="0" indent="0" algn="l" rtl="0">
                        <a:lnSpc>
                          <a:spcPct val="100000"/>
                        </a:lnSpc>
                        <a:spcBef>
                          <a:spcPts val="600"/>
                        </a:spcBef>
                        <a:spcAft>
                          <a:spcPts val="0"/>
                        </a:spcAft>
                        <a:buClr>
                          <a:srgbClr val="000000"/>
                        </a:buClr>
                        <a:buSzPts val="1400"/>
                        <a:buFont typeface="Arial"/>
                        <a:buNone/>
                      </a:pPr>
                      <a:r>
                        <a:rPr lang="en-US" sz="1400" b="1" u="none" strike="noStrike" cap="none"/>
                        <a:t> </a:t>
                      </a:r>
                      <a:endParaRPr sz="1400" b="1"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Normalize the data</a:t>
                      </a:r>
                      <a:endParaRPr sz="1400"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Reduction of the range of values in each numerically valued variable to a standard range (e.g., 0 to 1, -1 to +1) by using a variety of normalization or scaling techniques</a:t>
                      </a:r>
                      <a:endParaRPr sz="1200" u="none" strike="noStrike" cap="none">
                        <a:latin typeface="Verdana"/>
                        <a:ea typeface="Verdana"/>
                        <a:cs typeface="Verdana"/>
                        <a:sym typeface="Verdana"/>
                      </a:endParaRPr>
                    </a:p>
                  </a:txBody>
                  <a:tcPr marL="12750" marR="12750" marT="12750" marB="12750"/>
                </a:tc>
                <a:extLst>
                  <a:ext uri="{0D108BD9-81ED-4DB2-BD59-A6C34878D82A}">
                    <a16:rowId xmlns:a16="http://schemas.microsoft.com/office/drawing/2014/main" val="10007"/>
                  </a:ext>
                </a:extLst>
              </a:tr>
              <a:tr h="47585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Discretize or aggregate the data</a:t>
                      </a:r>
                      <a:endParaRPr sz="1400"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If needed, conversion of the numeric variables into discrete representations using range- or frequency-based binning techniques; for categorical variables, reduction of unique values</a:t>
                      </a:r>
                      <a:endParaRPr sz="1200" u="none" strike="noStrike" cap="none">
                        <a:latin typeface="Verdana"/>
                        <a:ea typeface="Verdana"/>
                        <a:cs typeface="Verdana"/>
                        <a:sym typeface="Verdana"/>
                      </a:endParaRPr>
                    </a:p>
                  </a:txBody>
                  <a:tcPr marL="12750" marR="12750" marT="12750" marB="12750"/>
                </a:tc>
                <a:extLst>
                  <a:ext uri="{0D108BD9-81ED-4DB2-BD59-A6C34878D82A}">
                    <a16:rowId xmlns:a16="http://schemas.microsoft.com/office/drawing/2014/main" val="10008"/>
                  </a:ext>
                </a:extLst>
              </a:tr>
              <a:tr h="47585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Construct new attributes</a:t>
                      </a:r>
                      <a:endParaRPr sz="1400"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Derivation of new and more informative variables from the existing ones, using a range of mathematical functions (addition and multiplication or complex combination of transformations)</a:t>
                      </a:r>
                      <a:endParaRPr sz="1200" u="none" strike="noStrike" cap="none">
                        <a:latin typeface="Verdana"/>
                        <a:ea typeface="Verdana"/>
                        <a:cs typeface="Verdana"/>
                        <a:sym typeface="Verdana"/>
                      </a:endParaRPr>
                    </a:p>
                  </a:txBody>
                  <a:tcPr marL="12750" marR="12750" marT="12750" marB="12750"/>
                </a:tc>
                <a:extLst>
                  <a:ext uri="{0D108BD9-81ED-4DB2-BD59-A6C34878D82A}">
                    <a16:rowId xmlns:a16="http://schemas.microsoft.com/office/drawing/2014/main" val="10009"/>
                  </a:ext>
                </a:extLst>
              </a:tr>
              <a:tr h="331300">
                <a:tc rowSpan="3">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Data reduction</a:t>
                      </a:r>
                      <a:endParaRPr sz="1400" b="1" u="none" strike="noStrike" cap="none">
                        <a:latin typeface="Verdana"/>
                        <a:ea typeface="Verdana"/>
                        <a:cs typeface="Verdana"/>
                        <a:sym typeface="Verdana"/>
                      </a:endParaRPr>
                    </a:p>
                    <a:p>
                      <a:pPr marL="0" marR="0" lvl="0" indent="0" algn="l" rtl="0">
                        <a:lnSpc>
                          <a:spcPct val="100000"/>
                        </a:lnSpc>
                        <a:spcBef>
                          <a:spcPts val="600"/>
                        </a:spcBef>
                        <a:spcAft>
                          <a:spcPts val="0"/>
                        </a:spcAft>
                        <a:buClr>
                          <a:srgbClr val="000000"/>
                        </a:buClr>
                        <a:buSzPts val="1400"/>
                        <a:buFont typeface="Arial"/>
                        <a:buNone/>
                      </a:pPr>
                      <a:r>
                        <a:rPr lang="en-US" sz="1400" b="1" u="none" strike="noStrike" cap="none"/>
                        <a:t> </a:t>
                      </a:r>
                      <a:endParaRPr sz="1400" b="1" u="none" strike="noStrike" cap="none">
                        <a:latin typeface="Verdana"/>
                        <a:ea typeface="Verdana"/>
                        <a:cs typeface="Verdana"/>
                        <a:sym typeface="Verdana"/>
                      </a:endParaRPr>
                    </a:p>
                    <a:p>
                      <a:pPr marL="0" marR="0" lvl="0" indent="0" algn="l" rtl="0">
                        <a:lnSpc>
                          <a:spcPct val="100000"/>
                        </a:lnSpc>
                        <a:spcBef>
                          <a:spcPts val="600"/>
                        </a:spcBef>
                        <a:spcAft>
                          <a:spcPts val="0"/>
                        </a:spcAft>
                        <a:buClr>
                          <a:srgbClr val="000000"/>
                        </a:buClr>
                        <a:buSzPts val="1400"/>
                        <a:buFont typeface="Arial"/>
                        <a:buNone/>
                      </a:pPr>
                      <a:r>
                        <a:rPr lang="en-US" sz="1400" b="1" u="none" strike="noStrike" cap="none"/>
                        <a:t> </a:t>
                      </a:r>
                      <a:endParaRPr sz="1400" b="1"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Reduce number of attributes</a:t>
                      </a:r>
                      <a:endParaRPr sz="1400"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Principal component analysis, independent component analysis, chi-square testing, correlation analysis, decision tree induction</a:t>
                      </a:r>
                      <a:endParaRPr sz="1200" u="none" strike="noStrike" cap="none">
                        <a:latin typeface="Verdana"/>
                        <a:ea typeface="Verdana"/>
                        <a:cs typeface="Verdana"/>
                        <a:sym typeface="Verdana"/>
                      </a:endParaRPr>
                    </a:p>
                  </a:txBody>
                  <a:tcPr marL="12750" marR="12750" marT="12750" marB="12750"/>
                </a:tc>
                <a:extLst>
                  <a:ext uri="{0D108BD9-81ED-4DB2-BD59-A6C34878D82A}">
                    <a16:rowId xmlns:a16="http://schemas.microsoft.com/office/drawing/2014/main" val="10010"/>
                  </a:ext>
                </a:extLst>
              </a:tr>
              <a:tr h="18675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Reduce number of records</a:t>
                      </a:r>
                      <a:endParaRPr sz="1400"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Random sampling, stratified sampling, expert knowledge-driven purposeful sampling</a:t>
                      </a:r>
                      <a:endParaRPr sz="1200" u="none" strike="noStrike" cap="none">
                        <a:latin typeface="Verdana"/>
                        <a:ea typeface="Verdana"/>
                        <a:cs typeface="Verdana"/>
                        <a:sym typeface="Verdana"/>
                      </a:endParaRPr>
                    </a:p>
                  </a:txBody>
                  <a:tcPr marL="12750" marR="12750" marT="12750" marB="12750"/>
                </a:tc>
                <a:extLst>
                  <a:ext uri="{0D108BD9-81ED-4DB2-BD59-A6C34878D82A}">
                    <a16:rowId xmlns:a16="http://schemas.microsoft.com/office/drawing/2014/main" val="10011"/>
                  </a:ext>
                </a:extLst>
              </a:tr>
              <a:tr h="223175">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Balance skewed data</a:t>
                      </a:r>
                      <a:endParaRPr sz="1400" u="none" strike="noStrike" cap="none">
                        <a:latin typeface="Verdana"/>
                        <a:ea typeface="Verdana"/>
                        <a:cs typeface="Verdana"/>
                        <a:sym typeface="Verdana"/>
                      </a:endParaRPr>
                    </a:p>
                  </a:txBody>
                  <a:tcPr marL="12750" marR="12750" marT="12750" marB="12750"/>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Oversampling of the less represented or undersampling of the more represented class records</a:t>
                      </a:r>
                      <a:endParaRPr sz="1200" u="none" strike="noStrike" cap="none">
                        <a:latin typeface="Verdana"/>
                        <a:ea typeface="Verdana"/>
                        <a:cs typeface="Verdana"/>
                        <a:sym typeface="Verdana"/>
                      </a:endParaRPr>
                    </a:p>
                  </a:txBody>
                  <a:tcPr marL="12750" marR="12750" marT="12750" marB="12750"/>
                </a:tc>
                <a:extLst>
                  <a:ext uri="{0D108BD9-81ED-4DB2-BD59-A6C34878D82A}">
                    <a16:rowId xmlns:a16="http://schemas.microsoft.com/office/drawing/2014/main" val="1001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
        <p:cNvGrpSpPr/>
        <p:nvPr/>
      </p:nvGrpSpPr>
      <p:grpSpPr>
        <a:xfrm>
          <a:off x="0" y="0"/>
          <a:ext cx="0" cy="0"/>
          <a:chOff x="0" y="0"/>
          <a:chExt cx="0" cy="0"/>
        </a:xfrm>
      </p:grpSpPr>
      <p:sp>
        <p:nvSpPr>
          <p:cNvPr id="103" name="Google Shape;103;p33"/>
          <p:cNvSpPr txBox="1">
            <a:spLocks noGrp="1"/>
          </p:cNvSpPr>
          <p:nvPr>
            <p:ph type="title"/>
          </p:nvPr>
        </p:nvSpPr>
        <p:spPr>
          <a:xfrm>
            <a:off x="453000" y="171975"/>
            <a:ext cx="82614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100"/>
              <a:buFont typeface="Arial"/>
              <a:buNone/>
            </a:pPr>
            <a:r>
              <a:rPr lang="en-US" b="0"/>
              <a:t>Demo: Tools &amp; Techniques</a:t>
            </a:r>
            <a:endParaRPr b="0"/>
          </a:p>
        </p:txBody>
      </p:sp>
      <p:sp>
        <p:nvSpPr>
          <p:cNvPr id="104" name="Google Shape;104;p33"/>
          <p:cNvSpPr txBox="1">
            <a:spLocks noGrp="1"/>
          </p:cNvSpPr>
          <p:nvPr>
            <p:ph type="body" idx="1"/>
          </p:nvPr>
        </p:nvSpPr>
        <p:spPr>
          <a:xfrm>
            <a:off x="453000" y="1157675"/>
            <a:ext cx="8238600" cy="52347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800"/>
              </a:spcBef>
              <a:spcAft>
                <a:spcPts val="0"/>
              </a:spcAft>
              <a:buSzPts val="1800"/>
              <a:buNone/>
            </a:pPr>
            <a:r>
              <a:rPr lang="en-US" sz="2000" b="1"/>
              <a:t>Topics</a:t>
            </a:r>
            <a:endParaRPr sz="2000" b="1"/>
          </a:p>
          <a:p>
            <a:pPr marL="457200" lvl="0" indent="-355600" algn="l" rtl="0">
              <a:lnSpc>
                <a:spcPct val="115000"/>
              </a:lnSpc>
              <a:spcBef>
                <a:spcPts val="600"/>
              </a:spcBef>
              <a:spcAft>
                <a:spcPts val="0"/>
              </a:spcAft>
              <a:buSzPts val="2000"/>
              <a:buChar char="●"/>
            </a:pPr>
            <a:r>
              <a:rPr lang="en-US" sz="2000"/>
              <a:t>Pivoting</a:t>
            </a:r>
            <a:endParaRPr sz="2000"/>
          </a:p>
          <a:p>
            <a:pPr marL="457200" lvl="0" indent="-355600" algn="l" rtl="0">
              <a:lnSpc>
                <a:spcPct val="115000"/>
              </a:lnSpc>
              <a:spcBef>
                <a:spcPts val="0"/>
              </a:spcBef>
              <a:spcAft>
                <a:spcPts val="0"/>
              </a:spcAft>
              <a:buSzPts val="2000"/>
              <a:buChar char="●"/>
            </a:pPr>
            <a:r>
              <a:rPr lang="en-US" sz="2000"/>
              <a:t>Shaping</a:t>
            </a:r>
            <a:endParaRPr sz="2000"/>
          </a:p>
          <a:p>
            <a:pPr marL="457200" lvl="0" indent="-355600" algn="l" rtl="0">
              <a:lnSpc>
                <a:spcPct val="115000"/>
              </a:lnSpc>
              <a:spcBef>
                <a:spcPts val="0"/>
              </a:spcBef>
              <a:spcAft>
                <a:spcPts val="0"/>
              </a:spcAft>
              <a:buSzPts val="2000"/>
              <a:buChar char="●"/>
            </a:pPr>
            <a:r>
              <a:rPr lang="en-US" sz="2000"/>
              <a:t>Grouping</a:t>
            </a:r>
            <a:endParaRPr sz="2000"/>
          </a:p>
          <a:p>
            <a:pPr marL="457200" lvl="0" indent="0" algn="l" rtl="0">
              <a:lnSpc>
                <a:spcPct val="115000"/>
              </a:lnSpc>
              <a:spcBef>
                <a:spcPts val="0"/>
              </a:spcBef>
              <a:spcAft>
                <a:spcPts val="0"/>
              </a:spcAft>
              <a:buNone/>
            </a:pP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C1E1D-39D8-4207-93D8-844B4CB9B4B1}"/>
              </a:ext>
            </a:extLst>
          </p:cNvPr>
          <p:cNvSpPr>
            <a:spLocks noGrp="1"/>
          </p:cNvSpPr>
          <p:nvPr>
            <p:ph type="title"/>
          </p:nvPr>
        </p:nvSpPr>
        <p:spPr/>
        <p:txBody>
          <a:bodyPr/>
          <a:lstStyle/>
          <a:p>
            <a:r>
              <a:rPr lang="en-US" dirty="0"/>
              <a:t>ETL VS ELT</a:t>
            </a:r>
          </a:p>
        </p:txBody>
      </p:sp>
      <p:pic>
        <p:nvPicPr>
          <p:cNvPr id="5" name="Picture 4">
            <a:extLst>
              <a:ext uri="{FF2B5EF4-FFF2-40B4-BE49-F238E27FC236}">
                <a16:creationId xmlns:a16="http://schemas.microsoft.com/office/drawing/2014/main" id="{823C2F05-E2D7-4B86-8221-F2C5B02C49CF}"/>
              </a:ext>
            </a:extLst>
          </p:cNvPr>
          <p:cNvPicPr>
            <a:picLocks noChangeAspect="1"/>
          </p:cNvPicPr>
          <p:nvPr/>
        </p:nvPicPr>
        <p:blipFill>
          <a:blip r:embed="rId2"/>
          <a:stretch>
            <a:fillRect/>
          </a:stretch>
        </p:blipFill>
        <p:spPr>
          <a:xfrm>
            <a:off x="433436" y="1425258"/>
            <a:ext cx="8277127" cy="454240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531952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53DD4-2AB1-505E-8000-C098A1315EDC}"/>
              </a:ext>
            </a:extLst>
          </p:cNvPr>
          <p:cNvSpPr>
            <a:spLocks noGrp="1"/>
          </p:cNvSpPr>
          <p:nvPr>
            <p:ph type="title"/>
          </p:nvPr>
        </p:nvSpPr>
        <p:spPr/>
        <p:txBody>
          <a:bodyPr/>
          <a:lstStyle/>
          <a:p>
            <a:r>
              <a:rPr lang="en-US" dirty="0"/>
              <a:t>Demo of different ETL pipelines</a:t>
            </a:r>
          </a:p>
        </p:txBody>
      </p:sp>
      <p:pic>
        <p:nvPicPr>
          <p:cNvPr id="12" name="Picture 11" descr="Diagram&#10;&#10;Description automatically generated">
            <a:extLst>
              <a:ext uri="{FF2B5EF4-FFF2-40B4-BE49-F238E27FC236}">
                <a16:creationId xmlns:a16="http://schemas.microsoft.com/office/drawing/2014/main" id="{F423C6CE-F7E0-2B7E-C071-D9FB0744F79D}"/>
              </a:ext>
            </a:extLst>
          </p:cNvPr>
          <p:cNvPicPr>
            <a:picLocks noChangeAspect="1"/>
          </p:cNvPicPr>
          <p:nvPr/>
        </p:nvPicPr>
        <p:blipFill>
          <a:blip r:embed="rId2"/>
          <a:stretch>
            <a:fillRect/>
          </a:stretch>
        </p:blipFill>
        <p:spPr>
          <a:xfrm>
            <a:off x="356616" y="1417221"/>
            <a:ext cx="4705161" cy="2907891"/>
          </a:xfrm>
          <a:prstGeom prst="rect">
            <a:avLst/>
          </a:prstGeom>
        </p:spPr>
      </p:pic>
    </p:spTree>
    <p:extLst>
      <p:ext uri="{BB962C8B-B14F-4D97-AF65-F5344CB8AC3E}">
        <p14:creationId xmlns:p14="http://schemas.microsoft.com/office/powerpoint/2010/main" val="1174778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A0410-2B5D-8874-D1C7-36145C3C81B7}"/>
              </a:ext>
            </a:extLst>
          </p:cNvPr>
          <p:cNvSpPr>
            <a:spLocks noGrp="1"/>
          </p:cNvSpPr>
          <p:nvPr>
            <p:ph type="title"/>
          </p:nvPr>
        </p:nvSpPr>
        <p:spPr/>
        <p:txBody>
          <a:bodyPr/>
          <a:lstStyle/>
          <a:p>
            <a:endParaRPr lang="en-US"/>
          </a:p>
        </p:txBody>
      </p:sp>
      <p:pic>
        <p:nvPicPr>
          <p:cNvPr id="5" name="Picture 4" descr="Graphical user interface&#10;&#10;Description automatically generated">
            <a:extLst>
              <a:ext uri="{FF2B5EF4-FFF2-40B4-BE49-F238E27FC236}">
                <a16:creationId xmlns:a16="http://schemas.microsoft.com/office/drawing/2014/main" id="{5483288A-AD30-6929-9222-38F5FFD7E012}"/>
              </a:ext>
            </a:extLst>
          </p:cNvPr>
          <p:cNvPicPr>
            <a:picLocks noChangeAspect="1"/>
          </p:cNvPicPr>
          <p:nvPr/>
        </p:nvPicPr>
        <p:blipFill>
          <a:blip r:embed="rId2"/>
          <a:stretch>
            <a:fillRect/>
          </a:stretch>
        </p:blipFill>
        <p:spPr>
          <a:xfrm>
            <a:off x="0" y="1221535"/>
            <a:ext cx="9144000" cy="4414930"/>
          </a:xfrm>
          <a:prstGeom prst="rect">
            <a:avLst/>
          </a:prstGeom>
        </p:spPr>
      </p:pic>
    </p:spTree>
    <p:extLst>
      <p:ext uri="{BB962C8B-B14F-4D97-AF65-F5344CB8AC3E}">
        <p14:creationId xmlns:p14="http://schemas.microsoft.com/office/powerpoint/2010/main" val="553784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FEC0D-FBCE-C615-3C56-3C16A2CDD9A8}"/>
              </a:ext>
            </a:extLst>
          </p:cNvPr>
          <p:cNvSpPr>
            <a:spLocks noGrp="1"/>
          </p:cNvSpPr>
          <p:nvPr>
            <p:ph type="title"/>
          </p:nvPr>
        </p:nvSpPr>
        <p:spPr/>
        <p:txBody>
          <a:bodyPr/>
          <a:lstStyle/>
          <a:p>
            <a:r>
              <a:rPr lang="en-US" dirty="0"/>
              <a:t>ETL pipeline</a:t>
            </a:r>
          </a:p>
        </p:txBody>
      </p:sp>
      <p:pic>
        <p:nvPicPr>
          <p:cNvPr id="5" name="Picture 4">
            <a:extLst>
              <a:ext uri="{FF2B5EF4-FFF2-40B4-BE49-F238E27FC236}">
                <a16:creationId xmlns:a16="http://schemas.microsoft.com/office/drawing/2014/main" id="{228B676D-62A4-D028-13D0-86BEC5077FBE}"/>
              </a:ext>
            </a:extLst>
          </p:cNvPr>
          <p:cNvPicPr>
            <a:picLocks noChangeAspect="1"/>
          </p:cNvPicPr>
          <p:nvPr/>
        </p:nvPicPr>
        <p:blipFill>
          <a:blip r:embed="rId2"/>
          <a:stretch>
            <a:fillRect/>
          </a:stretch>
        </p:blipFill>
        <p:spPr>
          <a:xfrm>
            <a:off x="453006" y="1157681"/>
            <a:ext cx="3277464" cy="3959352"/>
          </a:xfrm>
          <a:prstGeom prst="rect">
            <a:avLst/>
          </a:prstGeom>
        </p:spPr>
      </p:pic>
      <p:pic>
        <p:nvPicPr>
          <p:cNvPr id="1030" name="Picture 6">
            <a:extLst>
              <a:ext uri="{FF2B5EF4-FFF2-40B4-BE49-F238E27FC236}">
                <a16:creationId xmlns:a16="http://schemas.microsoft.com/office/drawing/2014/main" id="{3666B208-3590-F7D5-C2E4-714884BA8E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5071" y="3429000"/>
            <a:ext cx="4588263" cy="263347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Graphical user interface, application&#10;&#10;Description automatically generated">
            <a:extLst>
              <a:ext uri="{FF2B5EF4-FFF2-40B4-BE49-F238E27FC236}">
                <a16:creationId xmlns:a16="http://schemas.microsoft.com/office/drawing/2014/main" id="{8BB34A48-30DF-4F1B-7E6F-A139C1020A84}"/>
              </a:ext>
            </a:extLst>
          </p:cNvPr>
          <p:cNvPicPr>
            <a:picLocks noChangeAspect="1"/>
          </p:cNvPicPr>
          <p:nvPr/>
        </p:nvPicPr>
        <p:blipFill>
          <a:blip r:embed="rId4"/>
          <a:stretch>
            <a:fillRect/>
          </a:stretch>
        </p:blipFill>
        <p:spPr>
          <a:xfrm>
            <a:off x="3879607" y="274320"/>
            <a:ext cx="5067300" cy="3048000"/>
          </a:xfrm>
          <a:prstGeom prst="rect">
            <a:avLst/>
          </a:prstGeom>
        </p:spPr>
      </p:pic>
    </p:spTree>
    <p:extLst>
      <p:ext uri="{BB962C8B-B14F-4D97-AF65-F5344CB8AC3E}">
        <p14:creationId xmlns:p14="http://schemas.microsoft.com/office/powerpoint/2010/main" val="4028604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g10a5157cc27_0_0"/>
          <p:cNvSpPr txBox="1">
            <a:spLocks noGrp="1"/>
          </p:cNvSpPr>
          <p:nvPr>
            <p:ph type="title"/>
          </p:nvPr>
        </p:nvSpPr>
        <p:spPr>
          <a:xfrm>
            <a:off x="453007" y="171974"/>
            <a:ext cx="8493900" cy="885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b="0"/>
              <a:t>Data Visualization</a:t>
            </a:r>
            <a:endParaRPr b="0"/>
          </a:p>
        </p:txBody>
      </p:sp>
      <p:sp>
        <p:nvSpPr>
          <p:cNvPr id="111" name="Google Shape;111;g10a5157cc27_0_0"/>
          <p:cNvSpPr txBox="1">
            <a:spLocks noGrp="1"/>
          </p:cNvSpPr>
          <p:nvPr>
            <p:ph type="body" idx="1"/>
          </p:nvPr>
        </p:nvSpPr>
        <p:spPr>
          <a:xfrm>
            <a:off x="453006" y="1157681"/>
            <a:ext cx="8493900" cy="5234700"/>
          </a:xfrm>
          <a:prstGeom prst="rect">
            <a:avLst/>
          </a:prstGeom>
        </p:spPr>
        <p:txBody>
          <a:bodyPr spcFirstLastPara="1" wrap="square" lIns="91425" tIns="45700" rIns="91425" bIns="45700" anchor="t" anchorCtr="0">
            <a:normAutofit/>
          </a:bodyPr>
          <a:lstStyle/>
          <a:p>
            <a:pPr marL="0" lvl="0" indent="0" algn="l" rtl="0">
              <a:lnSpc>
                <a:spcPct val="113000"/>
              </a:lnSpc>
              <a:spcBef>
                <a:spcPts val="0"/>
              </a:spcBef>
              <a:spcAft>
                <a:spcPts val="0"/>
              </a:spcAft>
              <a:buClr>
                <a:schemeClr val="dk1"/>
              </a:buClr>
              <a:buSzPts val="1100"/>
              <a:buFont typeface="Arial"/>
              <a:buNone/>
            </a:pPr>
            <a:r>
              <a:rPr lang="en-US" sz="2000"/>
              <a:t>Here are a set of simple steps for selecting appropriate data visualization:</a:t>
            </a:r>
            <a:endParaRPr sz="2000"/>
          </a:p>
          <a:p>
            <a:pPr marL="0" lvl="0" indent="0" algn="l" rtl="0">
              <a:lnSpc>
                <a:spcPct val="113000"/>
              </a:lnSpc>
              <a:spcBef>
                <a:spcPts val="1200"/>
              </a:spcBef>
              <a:spcAft>
                <a:spcPts val="0"/>
              </a:spcAft>
              <a:buClr>
                <a:schemeClr val="dk1"/>
              </a:buClr>
              <a:buSzPts val="1100"/>
              <a:buFont typeface="Arial"/>
              <a:buNone/>
            </a:pPr>
            <a:r>
              <a:rPr lang="en-US" sz="2000" b="1"/>
              <a:t>Step 1:</a:t>
            </a:r>
            <a:r>
              <a:rPr lang="en-US" sz="2000"/>
              <a:t> Identify your audience.</a:t>
            </a:r>
            <a:endParaRPr sz="2000"/>
          </a:p>
          <a:p>
            <a:pPr marL="0" lvl="0" indent="0" algn="l" rtl="0">
              <a:lnSpc>
                <a:spcPct val="113000"/>
              </a:lnSpc>
              <a:spcBef>
                <a:spcPts val="1200"/>
              </a:spcBef>
              <a:spcAft>
                <a:spcPts val="0"/>
              </a:spcAft>
              <a:buClr>
                <a:schemeClr val="dk1"/>
              </a:buClr>
              <a:buSzPts val="1100"/>
              <a:buFont typeface="Arial"/>
              <a:buNone/>
            </a:pPr>
            <a:r>
              <a:rPr lang="en-US" sz="2000" b="1"/>
              <a:t>Step 2: </a:t>
            </a:r>
            <a:r>
              <a:rPr lang="en-US" sz="2000"/>
              <a:t>Identify questions to be answered by your visualization.</a:t>
            </a:r>
            <a:endParaRPr sz="2000"/>
          </a:p>
          <a:p>
            <a:pPr marL="0" lvl="0" indent="0" algn="l" rtl="0">
              <a:lnSpc>
                <a:spcPct val="113000"/>
              </a:lnSpc>
              <a:spcBef>
                <a:spcPts val="1200"/>
              </a:spcBef>
              <a:spcAft>
                <a:spcPts val="0"/>
              </a:spcAft>
              <a:buClr>
                <a:schemeClr val="dk1"/>
              </a:buClr>
              <a:buSzPts val="1100"/>
              <a:buFont typeface="Arial"/>
              <a:buNone/>
            </a:pPr>
            <a:r>
              <a:rPr lang="en-US" sz="2000" b="1"/>
              <a:t>Step 3</a:t>
            </a:r>
            <a:r>
              <a:rPr lang="en-US" sz="2000"/>
              <a:t>: Think of possible constraints or challenges (e.g., budget limitations, the speed at which the study can be completed, or the dependability of your data) and ask the following questions:</a:t>
            </a:r>
            <a:endParaRPr sz="2000"/>
          </a:p>
          <a:p>
            <a:pPr marL="457200" lvl="0" indent="-355600" algn="l" rtl="0">
              <a:lnSpc>
                <a:spcPct val="113000"/>
              </a:lnSpc>
              <a:spcBef>
                <a:spcPts val="1200"/>
              </a:spcBef>
              <a:spcAft>
                <a:spcPts val="0"/>
              </a:spcAft>
              <a:buSzPts val="2000"/>
              <a:buChar char="●"/>
            </a:pPr>
            <a:r>
              <a:rPr lang="en-US" sz="2000"/>
              <a:t>Is my data reliable?</a:t>
            </a:r>
            <a:endParaRPr sz="2000"/>
          </a:p>
          <a:p>
            <a:pPr marL="457200" lvl="0" indent="-355600" algn="l" rtl="0">
              <a:lnSpc>
                <a:spcPct val="113000"/>
              </a:lnSpc>
              <a:spcBef>
                <a:spcPts val="0"/>
              </a:spcBef>
              <a:spcAft>
                <a:spcPts val="0"/>
              </a:spcAft>
              <a:buSzPts val="2000"/>
              <a:buChar char="●"/>
            </a:pPr>
            <a:r>
              <a:rPr lang="en-US" sz="2000"/>
              <a:t>Is the value of the analysis greater than the cost?</a:t>
            </a:r>
            <a:endParaRPr sz="2000"/>
          </a:p>
          <a:p>
            <a:pPr marL="457200" lvl="0" indent="-355600" algn="l" rtl="0">
              <a:lnSpc>
                <a:spcPct val="113000"/>
              </a:lnSpc>
              <a:spcBef>
                <a:spcPts val="0"/>
              </a:spcBef>
              <a:spcAft>
                <a:spcPts val="0"/>
              </a:spcAft>
              <a:buSzPts val="2000"/>
              <a:buChar char="●"/>
            </a:pPr>
            <a:r>
              <a:rPr lang="en-US" sz="2000"/>
              <a:t>How will I store my data?</a:t>
            </a:r>
            <a:endParaRPr sz="2000"/>
          </a:p>
          <a:p>
            <a:pPr marL="457200" lvl="0" indent="-355600" algn="l" rtl="0">
              <a:lnSpc>
                <a:spcPct val="113000"/>
              </a:lnSpc>
              <a:spcBef>
                <a:spcPts val="0"/>
              </a:spcBef>
              <a:spcAft>
                <a:spcPts val="0"/>
              </a:spcAft>
              <a:buSzPts val="2000"/>
              <a:buChar char="●"/>
            </a:pPr>
            <a:r>
              <a:rPr lang="en-US" sz="2000"/>
              <a:t>Is the data owned or controlled by someone else?</a:t>
            </a:r>
            <a:endParaRPr sz="2000"/>
          </a:p>
          <a:p>
            <a:pPr marL="0" lvl="0" indent="0" algn="l" rtl="0">
              <a:lnSpc>
                <a:spcPct val="113000"/>
              </a:lnSpc>
              <a:spcBef>
                <a:spcPts val="1200"/>
              </a:spcBef>
              <a:spcAft>
                <a:spcPts val="0"/>
              </a:spcAft>
              <a:buClr>
                <a:schemeClr val="dk1"/>
              </a:buClr>
              <a:buSzPts val="1100"/>
              <a:buFont typeface="Arial"/>
              <a:buNone/>
            </a:pPr>
            <a:r>
              <a:rPr lang="en-US" sz="2000" b="1"/>
              <a:t>Step 4: </a:t>
            </a:r>
            <a:r>
              <a:rPr lang="en-US" sz="2000"/>
              <a:t>Select the appropriate visualization.</a:t>
            </a:r>
            <a:endParaRPr sz="2000">
              <a:highlight>
                <a:srgbClr val="FFFF00"/>
              </a:highlight>
            </a:endParaRPr>
          </a:p>
          <a:p>
            <a:pPr marL="0" lvl="0" indent="0" algn="l" rtl="0">
              <a:spcBef>
                <a:spcPts val="120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10a5157cc27_0_6"/>
          <p:cNvSpPr txBox="1">
            <a:spLocks noGrp="1"/>
          </p:cNvSpPr>
          <p:nvPr>
            <p:ph type="title"/>
          </p:nvPr>
        </p:nvSpPr>
        <p:spPr>
          <a:xfrm>
            <a:off x="453007" y="171974"/>
            <a:ext cx="8493900" cy="885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b="0" dirty="0"/>
              <a:t>Data Visualization</a:t>
            </a:r>
            <a:endParaRPr b="0" dirty="0"/>
          </a:p>
        </p:txBody>
      </p:sp>
      <p:sp>
        <p:nvSpPr>
          <p:cNvPr id="118" name="Google Shape;118;g10a5157cc27_0_6"/>
          <p:cNvSpPr txBox="1">
            <a:spLocks noGrp="1"/>
          </p:cNvSpPr>
          <p:nvPr>
            <p:ph type="body" idx="1"/>
          </p:nvPr>
        </p:nvSpPr>
        <p:spPr>
          <a:xfrm>
            <a:off x="453006" y="1157681"/>
            <a:ext cx="8493900" cy="5234700"/>
          </a:xfrm>
          <a:prstGeom prst="rect">
            <a:avLst/>
          </a:prstGeom>
        </p:spPr>
        <p:txBody>
          <a:bodyPr spcFirstLastPara="1" wrap="square" lIns="91425" tIns="45700" rIns="91425" bIns="45700" anchor="t" anchorCtr="0">
            <a:normAutofit/>
          </a:bodyPr>
          <a:lstStyle/>
          <a:p>
            <a:pPr marL="457200" lvl="0" indent="-355600" algn="l" rtl="0">
              <a:lnSpc>
                <a:spcPct val="115000"/>
              </a:lnSpc>
              <a:spcBef>
                <a:spcPts val="600"/>
              </a:spcBef>
              <a:spcAft>
                <a:spcPts val="0"/>
              </a:spcAft>
              <a:buSzPts val="2000"/>
              <a:buChar char="●"/>
            </a:pPr>
            <a:r>
              <a:rPr lang="en-US" sz="2000"/>
              <a:t>Advantages and Limitations</a:t>
            </a:r>
            <a:endParaRPr sz="2000"/>
          </a:p>
          <a:p>
            <a:pPr marL="457200" lvl="0" indent="-355600" algn="l" rtl="0">
              <a:lnSpc>
                <a:spcPct val="115000"/>
              </a:lnSpc>
              <a:spcBef>
                <a:spcPts val="600"/>
              </a:spcBef>
              <a:spcAft>
                <a:spcPts val="0"/>
              </a:spcAft>
              <a:buSzPts val="2000"/>
              <a:buChar char="●"/>
            </a:pPr>
            <a:r>
              <a:rPr lang="en-US" sz="2000"/>
              <a:t>Reporting, Monitoring, and Deciding</a:t>
            </a:r>
            <a:endParaRPr sz="2000"/>
          </a:p>
          <a:p>
            <a:pPr marL="0" lvl="0" indent="0" algn="l" rtl="0">
              <a:spcBef>
                <a:spcPts val="100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10a5157cc27_0_12"/>
          <p:cNvSpPr txBox="1">
            <a:spLocks noGrp="1"/>
          </p:cNvSpPr>
          <p:nvPr>
            <p:ph type="title"/>
          </p:nvPr>
        </p:nvSpPr>
        <p:spPr>
          <a:xfrm>
            <a:off x="453007" y="171974"/>
            <a:ext cx="8493900" cy="885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b="0"/>
              <a:t>Data Visualization - Tools &amp; Techniques</a:t>
            </a:r>
            <a:endParaRPr b="0"/>
          </a:p>
        </p:txBody>
      </p:sp>
      <p:sp>
        <p:nvSpPr>
          <p:cNvPr id="125" name="Google Shape;125;g10a5157cc27_0_12"/>
          <p:cNvSpPr txBox="1">
            <a:spLocks noGrp="1"/>
          </p:cNvSpPr>
          <p:nvPr>
            <p:ph type="body" idx="1"/>
          </p:nvPr>
        </p:nvSpPr>
        <p:spPr>
          <a:xfrm>
            <a:off x="453000" y="1143088"/>
            <a:ext cx="3567300" cy="553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1700"/>
              <a:t>Types of charts</a:t>
            </a:r>
            <a:endParaRPr sz="1700"/>
          </a:p>
        </p:txBody>
      </p:sp>
      <p:pic>
        <p:nvPicPr>
          <p:cNvPr id="126" name="Google Shape;126;g10a5157cc27_0_12"/>
          <p:cNvPicPr preferRelativeResize="0"/>
          <p:nvPr/>
        </p:nvPicPr>
        <p:blipFill>
          <a:blip r:embed="rId3">
            <a:alphaModFix/>
          </a:blip>
          <a:stretch>
            <a:fillRect/>
          </a:stretch>
        </p:blipFill>
        <p:spPr>
          <a:xfrm>
            <a:off x="395975" y="1782400"/>
            <a:ext cx="8352050" cy="3901598"/>
          </a:xfrm>
          <a:prstGeom prst="rect">
            <a:avLst/>
          </a:prstGeom>
          <a:noFill/>
          <a:ln>
            <a:noFill/>
          </a:ln>
        </p:spPr>
      </p:pic>
      <p:sp>
        <p:nvSpPr>
          <p:cNvPr id="127" name="Google Shape;127;g10a5157cc27_0_12"/>
          <p:cNvSpPr txBox="1"/>
          <p:nvPr/>
        </p:nvSpPr>
        <p:spPr>
          <a:xfrm>
            <a:off x="6346700" y="5973100"/>
            <a:ext cx="2474400" cy="34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50">
                <a:solidFill>
                  <a:srgbClr val="555555"/>
                </a:solidFill>
                <a:highlight>
                  <a:srgbClr val="FFFFFF"/>
                </a:highlight>
                <a:latin typeface="Open Sans"/>
                <a:ea typeface="Open Sans"/>
                <a:cs typeface="Open Sans"/>
                <a:sym typeface="Open Sans"/>
              </a:rPr>
              <a:t>Image credit: https://medium.com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8B2A0-2934-40DF-A481-70C76C86BA34}"/>
              </a:ext>
            </a:extLst>
          </p:cNvPr>
          <p:cNvSpPr>
            <a:spLocks noGrp="1"/>
          </p:cNvSpPr>
          <p:nvPr>
            <p:ph type="title"/>
          </p:nvPr>
        </p:nvSpPr>
        <p:spPr/>
        <p:txBody>
          <a:bodyPr/>
          <a:lstStyle/>
          <a:p>
            <a:r>
              <a:rPr lang="en-US" b="0" dirty="0"/>
              <a:t>Data Visualization – The right tool for the job</a:t>
            </a:r>
            <a:endParaRPr lang="en-US" dirty="0"/>
          </a:p>
        </p:txBody>
      </p:sp>
      <p:sp>
        <p:nvSpPr>
          <p:cNvPr id="3" name="Text Placeholder 2">
            <a:extLst>
              <a:ext uri="{FF2B5EF4-FFF2-40B4-BE49-F238E27FC236}">
                <a16:creationId xmlns:a16="http://schemas.microsoft.com/office/drawing/2014/main" id="{A90B33C8-719B-4AA1-8C31-5E650F346076}"/>
              </a:ext>
            </a:extLst>
          </p:cNvPr>
          <p:cNvSpPr>
            <a:spLocks noGrp="1"/>
          </p:cNvSpPr>
          <p:nvPr>
            <p:ph type="body" idx="1"/>
          </p:nvPr>
        </p:nvSpPr>
        <p:spPr/>
        <p:txBody>
          <a:bodyPr/>
          <a:lstStyle/>
          <a:p>
            <a:endParaRPr lang="en-US" dirty="0"/>
          </a:p>
        </p:txBody>
      </p:sp>
      <p:pic>
        <p:nvPicPr>
          <p:cNvPr id="4" name="Content Placeholder 3">
            <a:extLst>
              <a:ext uri="{FF2B5EF4-FFF2-40B4-BE49-F238E27FC236}">
                <a16:creationId xmlns:a16="http://schemas.microsoft.com/office/drawing/2014/main" id="{B9EB6256-E807-4F12-9F7F-3E5C748536D4}"/>
              </a:ext>
            </a:extLst>
          </p:cNvPr>
          <p:cNvPicPr>
            <a:picLocks noGrp="1" noChangeAspect="1"/>
          </p:cNvPicPr>
          <p:nvPr>
            <p:ph idx="1"/>
          </p:nvPr>
        </p:nvPicPr>
        <p:blipFill>
          <a:blip r:embed="rId2"/>
          <a:stretch>
            <a:fillRect/>
          </a:stretch>
        </p:blipFill>
        <p:spPr>
          <a:xfrm>
            <a:off x="140610" y="990600"/>
            <a:ext cx="8698590" cy="5300664"/>
          </a:xfrm>
          <a:prstGeom prst="rect">
            <a:avLst/>
          </a:prstGeom>
        </p:spPr>
      </p:pic>
      <p:pic>
        <p:nvPicPr>
          <p:cNvPr id="5" name="Content Placeholder 3">
            <a:extLst>
              <a:ext uri="{FF2B5EF4-FFF2-40B4-BE49-F238E27FC236}">
                <a16:creationId xmlns:a16="http://schemas.microsoft.com/office/drawing/2014/main" id="{2654624B-4363-4490-AEF4-213BB0C595F1}"/>
              </a:ext>
            </a:extLst>
          </p:cNvPr>
          <p:cNvPicPr>
            <a:picLocks noGrp="1" noChangeAspect="1"/>
          </p:cNvPicPr>
          <p:nvPr>
            <p:ph idx="1"/>
          </p:nvPr>
        </p:nvPicPr>
        <p:blipFill>
          <a:blip r:embed="rId2"/>
          <a:stretch>
            <a:fillRect/>
          </a:stretch>
        </p:blipFill>
        <p:spPr>
          <a:xfrm>
            <a:off x="140610" y="990600"/>
            <a:ext cx="8698590" cy="5300664"/>
          </a:xfrm>
          <a:prstGeom prst="rect">
            <a:avLst/>
          </a:prstGeom>
        </p:spPr>
      </p:pic>
    </p:spTree>
    <p:extLst>
      <p:ext uri="{BB962C8B-B14F-4D97-AF65-F5344CB8AC3E}">
        <p14:creationId xmlns:p14="http://schemas.microsoft.com/office/powerpoint/2010/main" val="2585295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0107-F4C0-4FF6-8FF6-7B883EA1EF42}"/>
              </a:ext>
            </a:extLst>
          </p:cNvPr>
          <p:cNvSpPr>
            <a:spLocks noGrp="1"/>
          </p:cNvSpPr>
          <p:nvPr>
            <p:ph type="title"/>
          </p:nvPr>
        </p:nvSpPr>
        <p:spPr/>
        <p:txBody>
          <a:bodyPr/>
          <a:lstStyle/>
          <a:p>
            <a:r>
              <a:rPr lang="en-US" dirty="0"/>
              <a:t>Pie Chart</a:t>
            </a:r>
          </a:p>
        </p:txBody>
      </p:sp>
      <p:sp>
        <p:nvSpPr>
          <p:cNvPr id="3" name="Text Placeholder 2">
            <a:extLst>
              <a:ext uri="{FF2B5EF4-FFF2-40B4-BE49-F238E27FC236}">
                <a16:creationId xmlns:a16="http://schemas.microsoft.com/office/drawing/2014/main" id="{477C2AF4-F416-44D3-A700-AF4498FB7EA8}"/>
              </a:ext>
            </a:extLst>
          </p:cNvPr>
          <p:cNvSpPr>
            <a:spLocks noGrp="1"/>
          </p:cNvSpPr>
          <p:nvPr>
            <p:ph type="body" idx="1"/>
          </p:nvPr>
        </p:nvSpPr>
        <p:spPr/>
        <p:txBody>
          <a:bodyPr/>
          <a:lstStyle/>
          <a:p>
            <a:endParaRPr lang="en-US" dirty="0"/>
          </a:p>
        </p:txBody>
      </p:sp>
      <p:pic>
        <p:nvPicPr>
          <p:cNvPr id="4" name="Picture 2" descr="Pies!">
            <a:extLst>
              <a:ext uri="{FF2B5EF4-FFF2-40B4-BE49-F238E27FC236}">
                <a16:creationId xmlns:a16="http://schemas.microsoft.com/office/drawing/2014/main" id="{111B22A8-96B6-4929-B9E2-C6E3BA590C4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7689" y="1066800"/>
            <a:ext cx="8742362" cy="182065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Diagram 4">
            <a:extLst>
              <a:ext uri="{FF2B5EF4-FFF2-40B4-BE49-F238E27FC236}">
                <a16:creationId xmlns:a16="http://schemas.microsoft.com/office/drawing/2014/main" id="{24AF839B-B74B-43AC-A962-39933B923B07}"/>
              </a:ext>
            </a:extLst>
          </p:cNvPr>
          <p:cNvGraphicFramePr/>
          <p:nvPr>
            <p:extLst>
              <p:ext uri="{D42A27DB-BD31-4B8C-83A1-F6EECF244321}">
                <p14:modId xmlns:p14="http://schemas.microsoft.com/office/powerpoint/2010/main" val="1937955069"/>
              </p:ext>
            </p:extLst>
          </p:nvPr>
        </p:nvGraphicFramePr>
        <p:xfrm>
          <a:off x="533400" y="3099873"/>
          <a:ext cx="7848600" cy="26776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28117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0107-F4C0-4FF6-8FF6-7B883EA1EF42}"/>
              </a:ext>
            </a:extLst>
          </p:cNvPr>
          <p:cNvSpPr>
            <a:spLocks noGrp="1"/>
          </p:cNvSpPr>
          <p:nvPr>
            <p:ph type="title"/>
          </p:nvPr>
        </p:nvSpPr>
        <p:spPr/>
        <p:txBody>
          <a:bodyPr/>
          <a:lstStyle/>
          <a:p>
            <a:r>
              <a:rPr lang="en-US" dirty="0"/>
              <a:t>Pie Chart</a:t>
            </a:r>
          </a:p>
        </p:txBody>
      </p:sp>
      <p:pic>
        <p:nvPicPr>
          <p:cNvPr id="4" name="Picture 2" descr="Pie chart of countries by area">
            <a:extLst>
              <a:ext uri="{FF2B5EF4-FFF2-40B4-BE49-F238E27FC236}">
                <a16:creationId xmlns:a16="http://schemas.microsoft.com/office/drawing/2014/main" id="{DC7D64CC-35B9-4637-AB03-F01E4995522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73038" y="1933194"/>
            <a:ext cx="8742362" cy="360121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435FE3D-9356-40F6-907B-6DF8E5E513DD}"/>
              </a:ext>
            </a:extLst>
          </p:cNvPr>
          <p:cNvSpPr/>
          <p:nvPr/>
        </p:nvSpPr>
        <p:spPr>
          <a:xfrm>
            <a:off x="658019" y="5781261"/>
            <a:ext cx="7772400" cy="492443"/>
          </a:xfrm>
          <a:prstGeom prst="rect">
            <a:avLst/>
          </a:prstGeom>
        </p:spPr>
        <p:txBody>
          <a:bodyPr wrap="square">
            <a:spAutoFit/>
          </a:bodyPr>
          <a:lstStyle/>
          <a:p>
            <a:pPr fontAlgn="base"/>
            <a:r>
              <a:rPr lang="en-US" i="1" dirty="0">
                <a:solidFill>
                  <a:srgbClr val="181818"/>
                </a:solidFill>
                <a:latin typeface="Gotham SSm A"/>
              </a:rPr>
              <a:t>Example</a:t>
            </a:r>
          </a:p>
          <a:p>
            <a:pPr fontAlgn="base"/>
            <a:r>
              <a:rPr lang="en-US" dirty="0">
                <a:solidFill>
                  <a:srgbClr val="821122"/>
                </a:solidFill>
                <a:latin typeface="inherit"/>
                <a:hlinkClick r:id="rId4"/>
              </a:rPr>
              <a:t>This set of pie charts</a:t>
            </a:r>
            <a:r>
              <a:rPr lang="en-US" dirty="0">
                <a:solidFill>
                  <a:srgbClr val="000000"/>
                </a:solidFill>
                <a:latin typeface="Mercury SSm A"/>
              </a:rPr>
              <a:t> comes by way of Wikipedia, and it shows the areas of countries.</a:t>
            </a:r>
            <a:endParaRPr lang="en-US" b="0" i="0" dirty="0">
              <a:solidFill>
                <a:srgbClr val="000000"/>
              </a:solidFill>
              <a:effectLst/>
              <a:latin typeface="Mercury SSm A"/>
            </a:endParaRPr>
          </a:p>
        </p:txBody>
      </p:sp>
    </p:spTree>
    <p:extLst>
      <p:ext uri="{BB962C8B-B14F-4D97-AF65-F5344CB8AC3E}">
        <p14:creationId xmlns:p14="http://schemas.microsoft.com/office/powerpoint/2010/main" val="1262309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0107-F4C0-4FF6-8FF6-7B883EA1EF42}"/>
              </a:ext>
            </a:extLst>
          </p:cNvPr>
          <p:cNvSpPr>
            <a:spLocks noGrp="1"/>
          </p:cNvSpPr>
          <p:nvPr>
            <p:ph type="title"/>
          </p:nvPr>
        </p:nvSpPr>
        <p:spPr>
          <a:xfrm>
            <a:off x="268357" y="470148"/>
            <a:ext cx="8493900" cy="553583"/>
          </a:xfrm>
        </p:spPr>
        <p:txBody>
          <a:bodyPr>
            <a:normAutofit fontScale="90000"/>
          </a:bodyPr>
          <a:lstStyle/>
          <a:p>
            <a:r>
              <a:rPr lang="en-US" dirty="0"/>
              <a:t>Respect the parts of a whole</a:t>
            </a:r>
            <a:br>
              <a:rPr lang="en-US" dirty="0"/>
            </a:br>
            <a:endParaRPr lang="en-US" dirty="0"/>
          </a:p>
        </p:txBody>
      </p:sp>
      <p:pic>
        <p:nvPicPr>
          <p:cNvPr id="4" name="Picture 2" descr="Pie proportions deserve respect too">
            <a:extLst>
              <a:ext uri="{FF2B5EF4-FFF2-40B4-BE49-F238E27FC236}">
                <a16:creationId xmlns:a16="http://schemas.microsoft.com/office/drawing/2014/main" id="{CD2EDE46-579A-428E-828C-CC14A63905A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6166" y="1207377"/>
            <a:ext cx="5188226" cy="238658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Diagram 4">
            <a:extLst>
              <a:ext uri="{FF2B5EF4-FFF2-40B4-BE49-F238E27FC236}">
                <a16:creationId xmlns:a16="http://schemas.microsoft.com/office/drawing/2014/main" id="{F30F9472-C269-4ABA-A751-473E2CB6202F}"/>
              </a:ext>
            </a:extLst>
          </p:cNvPr>
          <p:cNvGraphicFramePr/>
          <p:nvPr>
            <p:extLst>
              <p:ext uri="{D42A27DB-BD31-4B8C-83A1-F6EECF244321}">
                <p14:modId xmlns:p14="http://schemas.microsoft.com/office/powerpoint/2010/main" val="2820310712"/>
              </p:ext>
            </p:extLst>
          </p:nvPr>
        </p:nvGraphicFramePr>
        <p:xfrm>
          <a:off x="268357" y="3924620"/>
          <a:ext cx="8678550" cy="2761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4829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B5FE7-2002-4358-A587-9D630717513C}"/>
              </a:ext>
            </a:extLst>
          </p:cNvPr>
          <p:cNvSpPr>
            <a:spLocks noGrp="1"/>
          </p:cNvSpPr>
          <p:nvPr>
            <p:ph type="title"/>
          </p:nvPr>
        </p:nvSpPr>
        <p:spPr/>
        <p:txBody>
          <a:bodyPr/>
          <a:lstStyle/>
          <a:p>
            <a:r>
              <a:rPr lang="en-US" dirty="0"/>
              <a:t>What is the question?</a:t>
            </a:r>
          </a:p>
        </p:txBody>
      </p:sp>
      <p:pic>
        <p:nvPicPr>
          <p:cNvPr id="4" name="Picture 2" descr="Super Bowl Poll">
            <a:extLst>
              <a:ext uri="{FF2B5EF4-FFF2-40B4-BE49-F238E27FC236}">
                <a16:creationId xmlns:a16="http://schemas.microsoft.com/office/drawing/2014/main" id="{A1F238CF-A608-41A1-A4F6-B99B8B56B1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8774" y="1388165"/>
            <a:ext cx="5936512" cy="5105400"/>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975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0107-F4C0-4FF6-8FF6-7B883EA1EF42}"/>
              </a:ext>
            </a:extLst>
          </p:cNvPr>
          <p:cNvSpPr>
            <a:spLocks noGrp="1"/>
          </p:cNvSpPr>
          <p:nvPr>
            <p:ph type="title"/>
          </p:nvPr>
        </p:nvSpPr>
        <p:spPr>
          <a:xfrm>
            <a:off x="280356" y="350879"/>
            <a:ext cx="8493900" cy="885000"/>
          </a:xfrm>
        </p:spPr>
        <p:txBody>
          <a:bodyPr>
            <a:normAutofit fontScale="90000"/>
          </a:bodyPr>
          <a:lstStyle/>
          <a:p>
            <a:r>
              <a:rPr lang="en-US" dirty="0"/>
              <a:t>Scatter Plot:  What is the story here?</a:t>
            </a:r>
            <a:br>
              <a:rPr lang="en-US" dirty="0"/>
            </a:br>
            <a:endParaRPr lang="en-US" dirty="0"/>
          </a:p>
        </p:txBody>
      </p:sp>
      <p:pic>
        <p:nvPicPr>
          <p:cNvPr id="4" name="Picture 3">
            <a:extLst>
              <a:ext uri="{FF2B5EF4-FFF2-40B4-BE49-F238E27FC236}">
                <a16:creationId xmlns:a16="http://schemas.microsoft.com/office/drawing/2014/main" id="{19750549-2B2E-4E31-86E7-7F2EBACAA221}"/>
              </a:ext>
            </a:extLst>
          </p:cNvPr>
          <p:cNvPicPr>
            <a:picLocks noChangeAspect="1"/>
          </p:cNvPicPr>
          <p:nvPr/>
        </p:nvPicPr>
        <p:blipFill>
          <a:blip r:embed="rId2"/>
          <a:stretch>
            <a:fillRect/>
          </a:stretch>
        </p:blipFill>
        <p:spPr>
          <a:xfrm>
            <a:off x="280356" y="1382506"/>
            <a:ext cx="8839201" cy="5303520"/>
          </a:xfrm>
          <a:prstGeom prst="rect">
            <a:avLst/>
          </a:prstGeom>
        </p:spPr>
      </p:pic>
    </p:spTree>
    <p:extLst>
      <p:ext uri="{BB962C8B-B14F-4D97-AF65-F5344CB8AC3E}">
        <p14:creationId xmlns:p14="http://schemas.microsoft.com/office/powerpoint/2010/main" val="648130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0107-F4C0-4FF6-8FF6-7B883EA1EF42}"/>
              </a:ext>
            </a:extLst>
          </p:cNvPr>
          <p:cNvSpPr>
            <a:spLocks noGrp="1"/>
          </p:cNvSpPr>
          <p:nvPr>
            <p:ph type="title"/>
          </p:nvPr>
        </p:nvSpPr>
        <p:spPr/>
        <p:txBody>
          <a:bodyPr>
            <a:normAutofit/>
          </a:bodyPr>
          <a:lstStyle/>
          <a:p>
            <a:r>
              <a:rPr lang="en-US" dirty="0"/>
              <a:t>Scatter Plot:  Say What?</a:t>
            </a:r>
          </a:p>
        </p:txBody>
      </p:sp>
      <p:pic>
        <p:nvPicPr>
          <p:cNvPr id="4" name="Picture 2" descr="So many dots">
            <a:extLst>
              <a:ext uri="{FF2B5EF4-FFF2-40B4-BE49-F238E27FC236}">
                <a16:creationId xmlns:a16="http://schemas.microsoft.com/office/drawing/2014/main" id="{EF85A2FE-4E64-4A27-9E73-341AA8A96DC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0819" y="1348409"/>
            <a:ext cx="8742362" cy="1820657"/>
          </a:xfrm>
          <a:prstGeom prst="rect">
            <a:avLst/>
          </a:prstGeom>
          <a:noFill/>
          <a:ln>
            <a:noFill/>
          </a:ln>
          <a:extLst>
            <a:ext uri="{909E8E84-426E-40DD-AFC4-6F175D3DCCD1}">
              <a14:hiddenFill xmlns:a14="http://schemas.microsoft.com/office/drawing/2010/main">
                <a:solidFill>
                  <a:srgbClr val="FFFFFF"/>
                </a:solidFill>
              </a14:hiddenFill>
            </a:ext>
          </a:extLst>
        </p:spPr>
      </p:pic>
      <p:graphicFrame>
        <p:nvGraphicFramePr>
          <p:cNvPr id="5" name="Diagram 4">
            <a:extLst>
              <a:ext uri="{FF2B5EF4-FFF2-40B4-BE49-F238E27FC236}">
                <a16:creationId xmlns:a16="http://schemas.microsoft.com/office/drawing/2014/main" id="{274A5F49-790F-4245-9A10-8226064F2AD0}"/>
              </a:ext>
            </a:extLst>
          </p:cNvPr>
          <p:cNvGraphicFramePr/>
          <p:nvPr>
            <p:extLst>
              <p:ext uri="{D42A27DB-BD31-4B8C-83A1-F6EECF244321}">
                <p14:modId xmlns:p14="http://schemas.microsoft.com/office/powerpoint/2010/main" val="2615003119"/>
              </p:ext>
            </p:extLst>
          </p:nvPr>
        </p:nvGraphicFramePr>
        <p:xfrm>
          <a:off x="274983" y="3460501"/>
          <a:ext cx="8541026" cy="28607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0364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CE267-5E29-466D-9497-5723730EE979}"/>
              </a:ext>
            </a:extLst>
          </p:cNvPr>
          <p:cNvSpPr>
            <a:spLocks noGrp="1"/>
          </p:cNvSpPr>
          <p:nvPr>
            <p:ph type="title"/>
          </p:nvPr>
        </p:nvSpPr>
        <p:spPr/>
        <p:txBody>
          <a:bodyPr/>
          <a:lstStyle/>
          <a:p>
            <a:r>
              <a:rPr lang="en-US" dirty="0"/>
              <a:t>Line Chart:  You have some explaining to do</a:t>
            </a:r>
          </a:p>
        </p:txBody>
      </p:sp>
      <p:pic>
        <p:nvPicPr>
          <p:cNvPr id="4" name="Picture 2" descr="Label axes">
            <a:extLst>
              <a:ext uri="{FF2B5EF4-FFF2-40B4-BE49-F238E27FC236}">
                <a16:creationId xmlns:a16="http://schemas.microsoft.com/office/drawing/2014/main" id="{1976D029-18B5-40D1-856D-42EA041C890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3525" y="1056974"/>
            <a:ext cx="8742362" cy="1820657"/>
          </a:xfrm>
          <a:prstGeom prst="rect">
            <a:avLst/>
          </a:prstGeom>
          <a:noFill/>
          <a:ln>
            <a:noFill/>
          </a:ln>
          <a:extLst>
            <a:ext uri="{909E8E84-426E-40DD-AFC4-6F175D3DCCD1}">
              <a14:hiddenFill xmlns:a14="http://schemas.microsoft.com/office/drawing/2010/main">
                <a:solidFill>
                  <a:srgbClr val="FFFFFF"/>
                </a:solidFill>
              </a14:hiddenFill>
            </a:ext>
          </a:extLst>
        </p:spPr>
      </p:pic>
      <p:graphicFrame>
        <p:nvGraphicFramePr>
          <p:cNvPr id="7" name="Diagram 6">
            <a:extLst>
              <a:ext uri="{FF2B5EF4-FFF2-40B4-BE49-F238E27FC236}">
                <a16:creationId xmlns:a16="http://schemas.microsoft.com/office/drawing/2014/main" id="{9FDDDE6B-A094-45C8-8921-6E8FE4EF61C2}"/>
              </a:ext>
            </a:extLst>
          </p:cNvPr>
          <p:cNvGraphicFramePr/>
          <p:nvPr>
            <p:extLst>
              <p:ext uri="{D42A27DB-BD31-4B8C-83A1-F6EECF244321}">
                <p14:modId xmlns:p14="http://schemas.microsoft.com/office/powerpoint/2010/main" val="2760478308"/>
              </p:ext>
            </p:extLst>
          </p:nvPr>
        </p:nvGraphicFramePr>
        <p:xfrm>
          <a:off x="311455" y="5231296"/>
          <a:ext cx="8306502" cy="132343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6" name="Diagram 5">
            <a:extLst>
              <a:ext uri="{FF2B5EF4-FFF2-40B4-BE49-F238E27FC236}">
                <a16:creationId xmlns:a16="http://schemas.microsoft.com/office/drawing/2014/main" id="{965297D7-5CBF-452D-A58A-28AEC033634C}"/>
              </a:ext>
            </a:extLst>
          </p:cNvPr>
          <p:cNvGraphicFramePr/>
          <p:nvPr>
            <p:extLst>
              <p:ext uri="{D42A27DB-BD31-4B8C-83A1-F6EECF244321}">
                <p14:modId xmlns:p14="http://schemas.microsoft.com/office/powerpoint/2010/main" val="4108298637"/>
              </p:ext>
            </p:extLst>
          </p:nvPr>
        </p:nvGraphicFramePr>
        <p:xfrm>
          <a:off x="173739" y="3077115"/>
          <a:ext cx="8534401" cy="167640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1235984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A2BBD-C23B-42AE-ABCA-72AEC2F7CAA1}"/>
              </a:ext>
            </a:extLst>
          </p:cNvPr>
          <p:cNvSpPr>
            <a:spLocks noGrp="1"/>
          </p:cNvSpPr>
          <p:nvPr>
            <p:ph type="title"/>
          </p:nvPr>
        </p:nvSpPr>
        <p:spPr/>
        <p:txBody>
          <a:bodyPr/>
          <a:lstStyle/>
          <a:p>
            <a:r>
              <a:rPr lang="en-US" dirty="0"/>
              <a:t>Bubble Plot</a:t>
            </a:r>
          </a:p>
        </p:txBody>
      </p:sp>
      <p:pic>
        <p:nvPicPr>
          <p:cNvPr id="4" name="Picture 2" descr="Screen Shot 2015-02-04 at 4.41.48 PM">
            <a:extLst>
              <a:ext uri="{FF2B5EF4-FFF2-40B4-BE49-F238E27FC236}">
                <a16:creationId xmlns:a16="http://schemas.microsoft.com/office/drawing/2014/main" id="{7D2206D2-4427-4310-B696-76094DAFE0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239" y="1342492"/>
            <a:ext cx="9993796" cy="4283056"/>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5077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77356-480F-4017-8219-5B4BF0081763}"/>
              </a:ext>
            </a:extLst>
          </p:cNvPr>
          <p:cNvSpPr>
            <a:spLocks noGrp="1"/>
          </p:cNvSpPr>
          <p:nvPr>
            <p:ph type="title"/>
          </p:nvPr>
        </p:nvSpPr>
        <p:spPr/>
        <p:txBody>
          <a:bodyPr/>
          <a:lstStyle/>
          <a:p>
            <a:r>
              <a:rPr lang="en-US" dirty="0"/>
              <a:t>Final Project Check in</a:t>
            </a:r>
          </a:p>
        </p:txBody>
      </p:sp>
      <p:sp>
        <p:nvSpPr>
          <p:cNvPr id="3" name="Text Placeholder 2">
            <a:extLst>
              <a:ext uri="{FF2B5EF4-FFF2-40B4-BE49-F238E27FC236}">
                <a16:creationId xmlns:a16="http://schemas.microsoft.com/office/drawing/2014/main" id="{146B8F0D-5E16-4158-BAE4-B6B34DF8D133}"/>
              </a:ext>
            </a:extLst>
          </p:cNvPr>
          <p:cNvSpPr>
            <a:spLocks noGrp="1"/>
          </p:cNvSpPr>
          <p:nvPr>
            <p:ph type="body" idx="1"/>
          </p:nvPr>
        </p:nvSpPr>
        <p:spPr/>
        <p:txBody>
          <a:bodyPr/>
          <a:lstStyle/>
          <a:p>
            <a:pPr marL="514350" indent="-285750">
              <a:buFont typeface="Arial" panose="020B0604020202020204" pitchFamily="34" charset="0"/>
              <a:buChar char="•"/>
            </a:pPr>
            <a:r>
              <a:rPr lang="en-US" dirty="0"/>
              <a:t>Grouping</a:t>
            </a:r>
          </a:p>
          <a:p>
            <a:pPr marL="514350" indent="-285750">
              <a:buFont typeface="Arial" panose="020B0604020202020204" pitchFamily="34" charset="0"/>
              <a:buChar char="•"/>
            </a:pPr>
            <a:r>
              <a:rPr lang="en-US" dirty="0"/>
              <a:t>Topic selection </a:t>
            </a:r>
          </a:p>
          <a:p>
            <a:pPr marL="514350" indent="-285750">
              <a:buFont typeface="Arial" panose="020B0604020202020204" pitchFamily="34" charset="0"/>
              <a:buChar char="•"/>
            </a:pPr>
            <a:r>
              <a:rPr lang="en-US" dirty="0"/>
              <a:t>Progress OR questions?</a:t>
            </a:r>
          </a:p>
          <a:p>
            <a:pPr marL="514350" indent="-285750">
              <a:buFont typeface="Arial" panose="020B0604020202020204" pitchFamily="34" charset="0"/>
              <a:buChar char="•"/>
            </a:pPr>
            <a:r>
              <a:rPr lang="en-US" dirty="0"/>
              <a:t>Schedule a meeting with each groups</a:t>
            </a:r>
          </a:p>
        </p:txBody>
      </p:sp>
    </p:spTree>
    <p:extLst>
      <p:ext uri="{BB962C8B-B14F-4D97-AF65-F5344CB8AC3E}">
        <p14:creationId xmlns:p14="http://schemas.microsoft.com/office/powerpoint/2010/main" val="8554328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9"/>
          <p:cNvSpPr txBox="1">
            <a:spLocks noGrp="1"/>
          </p:cNvSpPr>
          <p:nvPr>
            <p:ph type="title"/>
          </p:nvPr>
        </p:nvSpPr>
        <p:spPr>
          <a:xfrm>
            <a:off x="453000" y="171975"/>
            <a:ext cx="8261400" cy="1316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Application Case: </a:t>
            </a:r>
            <a:endParaRPr b="0"/>
          </a:p>
        </p:txBody>
      </p:sp>
      <p:sp>
        <p:nvSpPr>
          <p:cNvPr id="133" name="Google Shape;133;p29"/>
          <p:cNvSpPr txBox="1">
            <a:spLocks noGrp="1"/>
          </p:cNvSpPr>
          <p:nvPr>
            <p:ph type="body" idx="1"/>
          </p:nvPr>
        </p:nvSpPr>
        <p:spPr>
          <a:xfrm>
            <a:off x="453006" y="1488265"/>
            <a:ext cx="8493852" cy="4904145"/>
          </a:xfrm>
          <a:prstGeom prst="rect">
            <a:avLst/>
          </a:prstGeom>
          <a:noFill/>
          <a:ln>
            <a:noFill/>
          </a:ln>
        </p:spPr>
        <p:txBody>
          <a:bodyPr spcFirstLastPara="1" wrap="square" lIns="91425" tIns="45700" rIns="91425" bIns="45700" anchor="t" anchorCtr="0">
            <a:normAutofit/>
          </a:bodyPr>
          <a:lstStyle/>
          <a:p>
            <a:r>
              <a:rPr lang="en-US" sz="2000" b="1" dirty="0"/>
              <a:t>Using predictive analytics for the oil and gas digital </a:t>
            </a:r>
          </a:p>
          <a:p>
            <a:r>
              <a:rPr lang="en-US" sz="2000" dirty="0"/>
              <a:t>One of the biggest data-driven use cases is for predictive maintenance, which utilizes time-series data from hundreds of sensors on equipment at each rig site, as well as maintenance records and operational information from various databases to generate rig data analytic lifecycles, adding predictive capabilities to a digital system to dramatically increase its insights to the oil spills.</a:t>
            </a:r>
          </a:p>
          <a:p>
            <a:pPr marL="101600" marR="0" lvl="0" indent="0" algn="l" rtl="0">
              <a:lnSpc>
                <a:spcPct val="115000"/>
              </a:lnSpc>
              <a:spcBef>
                <a:spcPts val="1000"/>
              </a:spcBef>
              <a:spcAft>
                <a:spcPts val="0"/>
              </a:spcAft>
              <a:buClr>
                <a:srgbClr val="000000"/>
              </a:buClr>
              <a:buSzPts val="2000"/>
            </a:pPr>
            <a:endParaRPr lang="en-US" sz="2000" b="0" i="0" u="none" strike="noStrike" cap="none" dirty="0">
              <a:solidFill>
                <a:srgbClr val="000000"/>
              </a:solidFill>
              <a:latin typeface="Open Sans"/>
              <a:ea typeface="Open Sans"/>
              <a:cs typeface="Open Sans"/>
              <a:sym typeface="Open Sans"/>
            </a:endParaRPr>
          </a:p>
          <a:p>
            <a:pPr marL="457200" marR="0" lvl="0" indent="-355600" algn="l" rtl="0">
              <a:lnSpc>
                <a:spcPct val="115000"/>
              </a:lnSpc>
              <a:spcBef>
                <a:spcPts val="1000"/>
              </a:spcBef>
              <a:spcAft>
                <a:spcPts val="0"/>
              </a:spcAft>
              <a:buClr>
                <a:srgbClr val="000000"/>
              </a:buClr>
              <a:buSzPts val="2000"/>
              <a:buFont typeface="Open Sans"/>
              <a:buChar char="●"/>
            </a:pPr>
            <a:r>
              <a:rPr lang="en-US" sz="2000" b="0" i="0" u="none" strike="noStrike" cap="none" dirty="0">
                <a:solidFill>
                  <a:srgbClr val="000000"/>
                </a:solidFill>
                <a:latin typeface="Open Sans"/>
                <a:ea typeface="Open Sans"/>
                <a:cs typeface="Open Sans"/>
                <a:sym typeface="Open Sans"/>
              </a:rPr>
              <a:t>Breakout rooms with small groups</a:t>
            </a:r>
          </a:p>
          <a:p>
            <a:pPr marL="457200" marR="0" lvl="0" indent="-355600" algn="l" rtl="0">
              <a:lnSpc>
                <a:spcPct val="115000"/>
              </a:lnSpc>
              <a:spcBef>
                <a:spcPts val="0"/>
              </a:spcBef>
              <a:spcAft>
                <a:spcPts val="0"/>
              </a:spcAft>
              <a:buClr>
                <a:srgbClr val="000000"/>
              </a:buClr>
              <a:buSzPts val="2000"/>
              <a:buFont typeface="Open Sans"/>
              <a:buChar char="●"/>
            </a:pPr>
            <a:r>
              <a:rPr lang="en-US" sz="2000" b="0" i="0" u="none" strike="noStrike" cap="none" dirty="0">
                <a:solidFill>
                  <a:srgbClr val="000000"/>
                </a:solidFill>
                <a:latin typeface="Open Sans"/>
                <a:ea typeface="Open Sans"/>
                <a:cs typeface="Open Sans"/>
                <a:sym typeface="Open Sans"/>
              </a:rPr>
              <a:t>How to solve the “Oil Spill” crises</a:t>
            </a:r>
          </a:p>
          <a:p>
            <a:pPr marL="457200" marR="0" lvl="0" indent="-355600" algn="l" rtl="0">
              <a:lnSpc>
                <a:spcPct val="115000"/>
              </a:lnSpc>
              <a:spcBef>
                <a:spcPts val="0"/>
              </a:spcBef>
              <a:spcAft>
                <a:spcPts val="0"/>
              </a:spcAft>
              <a:buClr>
                <a:srgbClr val="000000"/>
              </a:buClr>
              <a:buSzPts val="2000"/>
              <a:buFont typeface="Open Sans"/>
              <a:buChar char="●"/>
            </a:pPr>
            <a:r>
              <a:rPr lang="en-US" sz="2000" b="0" i="0" u="none" strike="noStrike" cap="none" dirty="0">
                <a:solidFill>
                  <a:srgbClr val="000000"/>
                </a:solidFill>
                <a:latin typeface="Open Sans"/>
                <a:ea typeface="Open Sans"/>
                <a:cs typeface="Open Sans"/>
                <a:sym typeface="Open Sans"/>
              </a:rPr>
              <a:t>Be prepared to share your summary with the class</a:t>
            </a:r>
            <a:endParaRPr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2C5A0-8B24-4493-AFD5-D4F82C5C29B2}"/>
              </a:ext>
            </a:extLst>
          </p:cNvPr>
          <p:cNvSpPr>
            <a:spLocks noGrp="1"/>
          </p:cNvSpPr>
          <p:nvPr>
            <p:ph type="title"/>
          </p:nvPr>
        </p:nvSpPr>
        <p:spPr/>
        <p:txBody>
          <a:bodyPr/>
          <a:lstStyle/>
          <a:p>
            <a:r>
              <a:rPr lang="en-US" dirty="0"/>
              <a:t>Welcome to your new office</a:t>
            </a:r>
          </a:p>
        </p:txBody>
      </p:sp>
      <p:pic>
        <p:nvPicPr>
          <p:cNvPr id="4" name="Picture 3">
            <a:extLst>
              <a:ext uri="{FF2B5EF4-FFF2-40B4-BE49-F238E27FC236}">
                <a16:creationId xmlns:a16="http://schemas.microsoft.com/office/drawing/2014/main" id="{E3F26109-FFBC-465E-A29B-0C8B87E8BB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651" y="1470991"/>
            <a:ext cx="9354651" cy="5387009"/>
          </a:xfrm>
          <a:prstGeom prst="rect">
            <a:avLst/>
          </a:prstGeom>
        </p:spPr>
      </p:pic>
    </p:spTree>
    <p:extLst>
      <p:ext uri="{BB962C8B-B14F-4D97-AF65-F5344CB8AC3E}">
        <p14:creationId xmlns:p14="http://schemas.microsoft.com/office/powerpoint/2010/main" val="2443299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422EA-5513-0D02-439A-D882C89F1C22}"/>
              </a:ext>
            </a:extLst>
          </p:cNvPr>
          <p:cNvSpPr>
            <a:spLocks noGrp="1"/>
          </p:cNvSpPr>
          <p:nvPr>
            <p:ph type="title"/>
          </p:nvPr>
        </p:nvSpPr>
        <p:spPr/>
        <p:txBody>
          <a:bodyPr/>
          <a:lstStyle/>
          <a:p>
            <a:r>
              <a:rPr lang="en-US" dirty="0"/>
              <a:t>Discussion Questions</a:t>
            </a:r>
          </a:p>
        </p:txBody>
      </p:sp>
      <p:sp>
        <p:nvSpPr>
          <p:cNvPr id="3" name="Text Placeholder 2">
            <a:extLst>
              <a:ext uri="{FF2B5EF4-FFF2-40B4-BE49-F238E27FC236}">
                <a16:creationId xmlns:a16="http://schemas.microsoft.com/office/drawing/2014/main" id="{92D8635C-B24D-DE9B-2BC1-3C516F4231F9}"/>
              </a:ext>
            </a:extLst>
          </p:cNvPr>
          <p:cNvSpPr>
            <a:spLocks noGrp="1"/>
          </p:cNvSpPr>
          <p:nvPr>
            <p:ph type="body" idx="1"/>
          </p:nvPr>
        </p:nvSpPr>
        <p:spPr/>
        <p:txBody>
          <a:bodyPr>
            <a:normAutofit/>
          </a:bodyPr>
          <a:lstStyle/>
          <a:p>
            <a:r>
              <a:rPr lang="en-US" dirty="0"/>
              <a:t>How mitigate risk in Oil spill and </a:t>
            </a:r>
            <a:r>
              <a:rPr lang="en-US" dirty="0">
                <a:solidFill>
                  <a:srgbClr val="000000"/>
                </a:solidFill>
              </a:rPr>
              <a:t>solve the “Oil Spill” crises</a:t>
            </a:r>
            <a:r>
              <a:rPr lang="en-US" dirty="0"/>
              <a:t> using big data?</a:t>
            </a:r>
          </a:p>
          <a:p>
            <a:pPr indent="-285750">
              <a:spcBef>
                <a:spcPts val="0"/>
              </a:spcBef>
              <a:buFont typeface="Courier New" panose="02070309020205020404" pitchFamily="49" charset="0"/>
              <a:buChar char="o"/>
            </a:pPr>
            <a:r>
              <a:rPr lang="en-US" dirty="0"/>
              <a:t>Each blow costs the Oil and Gas industry a Billion dollars? Can we avoid it? Can we see it coming and take action? </a:t>
            </a:r>
          </a:p>
          <a:p>
            <a:pPr indent="-285750">
              <a:spcBef>
                <a:spcPts val="0"/>
              </a:spcBef>
              <a:buFont typeface="Courier New" panose="02070309020205020404" pitchFamily="49" charset="0"/>
              <a:buChar char="o"/>
            </a:pPr>
            <a:r>
              <a:rPr lang="en-US" dirty="0"/>
              <a:t>Each operating rig consists of thousands of sensors ? Sensor data can be used to analyze and reduce HSE (Health, Safety and Environment) risk considerably, how to store and make computation?</a:t>
            </a:r>
          </a:p>
          <a:p>
            <a:r>
              <a:rPr lang="en-US" dirty="0"/>
              <a:t>How to explore and communicate data analytics to the stakeholders?</a:t>
            </a:r>
          </a:p>
          <a:p>
            <a:pPr marL="514350" indent="-285750">
              <a:buFont typeface="Courier New" panose="02070309020205020404" pitchFamily="49" charset="0"/>
              <a:buChar char="o"/>
            </a:pPr>
            <a:r>
              <a:rPr lang="en-US" dirty="0"/>
              <a:t>What data exploration and visualization to use for time-series data?</a:t>
            </a:r>
          </a:p>
          <a:p>
            <a:pPr marL="514350" indent="-285750">
              <a:buFont typeface="Courier New" panose="02070309020205020404" pitchFamily="49" charset="0"/>
              <a:buChar char="o"/>
            </a:pPr>
            <a:r>
              <a:rPr lang="en-US" dirty="0"/>
              <a:t>What are the top metrics you can think about?</a:t>
            </a:r>
          </a:p>
          <a:p>
            <a:pPr marL="514350" indent="-285750">
              <a:buFont typeface="Courier New" panose="02070309020205020404" pitchFamily="49" charset="0"/>
              <a:buChar char="o"/>
            </a:pPr>
            <a:r>
              <a:rPr lang="en-US" dirty="0"/>
              <a:t>If using the dashboard below, try to communicate the result to the stakeholders. </a:t>
            </a:r>
          </a:p>
          <a:p>
            <a:endParaRPr lang="en-US" dirty="0"/>
          </a:p>
          <a:p>
            <a:endParaRPr lang="en-US" dirty="0"/>
          </a:p>
        </p:txBody>
      </p:sp>
      <p:pic>
        <p:nvPicPr>
          <p:cNvPr id="6" name="Picture 5" descr="Application&#10;&#10;Description automatically generated with medium confidence">
            <a:extLst>
              <a:ext uri="{FF2B5EF4-FFF2-40B4-BE49-F238E27FC236}">
                <a16:creationId xmlns:a16="http://schemas.microsoft.com/office/drawing/2014/main" id="{14011870-E1A2-C5AE-E9AE-2AC295AFEC5E}"/>
              </a:ext>
            </a:extLst>
          </p:cNvPr>
          <p:cNvPicPr>
            <a:picLocks noChangeAspect="1"/>
          </p:cNvPicPr>
          <p:nvPr/>
        </p:nvPicPr>
        <p:blipFill>
          <a:blip r:embed="rId3"/>
          <a:stretch>
            <a:fillRect/>
          </a:stretch>
        </p:blipFill>
        <p:spPr>
          <a:xfrm>
            <a:off x="993932" y="4645663"/>
            <a:ext cx="6010372" cy="2040363"/>
          </a:xfrm>
          <a:prstGeom prst="rect">
            <a:avLst/>
          </a:prstGeom>
        </p:spPr>
      </p:pic>
    </p:spTree>
    <p:extLst>
      <p:ext uri="{BB962C8B-B14F-4D97-AF65-F5344CB8AC3E}">
        <p14:creationId xmlns:p14="http://schemas.microsoft.com/office/powerpoint/2010/main" val="33941034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25282-6FEC-457F-A454-8F08B80A1D88}"/>
              </a:ext>
            </a:extLst>
          </p:cNvPr>
          <p:cNvSpPr>
            <a:spLocks noGrp="1"/>
          </p:cNvSpPr>
          <p:nvPr>
            <p:ph type="title"/>
          </p:nvPr>
        </p:nvSpPr>
        <p:spPr/>
        <p:txBody>
          <a:bodyPr/>
          <a:lstStyle/>
          <a:p>
            <a:r>
              <a:rPr lang="en-US" dirty="0"/>
              <a:t>Data Sources</a:t>
            </a:r>
          </a:p>
        </p:txBody>
      </p:sp>
      <p:pic>
        <p:nvPicPr>
          <p:cNvPr id="4" name="Picture 3">
            <a:extLst>
              <a:ext uri="{FF2B5EF4-FFF2-40B4-BE49-F238E27FC236}">
                <a16:creationId xmlns:a16="http://schemas.microsoft.com/office/drawing/2014/main" id="{5916B87E-9EEC-419B-94B0-224640793F25}"/>
              </a:ext>
            </a:extLst>
          </p:cNvPr>
          <p:cNvPicPr>
            <a:picLocks noChangeAspect="1"/>
          </p:cNvPicPr>
          <p:nvPr/>
        </p:nvPicPr>
        <p:blipFill>
          <a:blip r:embed="rId2"/>
          <a:stretch>
            <a:fillRect/>
          </a:stretch>
        </p:blipFill>
        <p:spPr>
          <a:xfrm>
            <a:off x="381000" y="1143000"/>
            <a:ext cx="8001000" cy="4786332"/>
          </a:xfrm>
          <a:prstGeom prst="rect">
            <a:avLst/>
          </a:prstGeom>
        </p:spPr>
      </p:pic>
    </p:spTree>
    <p:extLst>
      <p:ext uri="{BB962C8B-B14F-4D97-AF65-F5344CB8AC3E}">
        <p14:creationId xmlns:p14="http://schemas.microsoft.com/office/powerpoint/2010/main" val="19483919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D396BB-1168-FB64-5174-C08D1A9FA39D}"/>
              </a:ext>
            </a:extLst>
          </p:cNvPr>
          <p:cNvSpPr>
            <a:spLocks noGrp="1"/>
          </p:cNvSpPr>
          <p:nvPr>
            <p:ph type="body" idx="1"/>
          </p:nvPr>
        </p:nvSpPr>
        <p:spPr/>
        <p:txBody>
          <a:bodyPr/>
          <a:lstStyle/>
          <a:p>
            <a:endParaRPr lang="en-US"/>
          </a:p>
        </p:txBody>
      </p:sp>
      <p:pic>
        <p:nvPicPr>
          <p:cNvPr id="5" name="Picture 4" descr="Graphical user interface, application&#10;&#10;Description automatically generated">
            <a:extLst>
              <a:ext uri="{FF2B5EF4-FFF2-40B4-BE49-F238E27FC236}">
                <a16:creationId xmlns:a16="http://schemas.microsoft.com/office/drawing/2014/main" id="{3C6D0946-EF19-10E6-2BC7-51C6E14402B4}"/>
              </a:ext>
            </a:extLst>
          </p:cNvPr>
          <p:cNvPicPr>
            <a:picLocks noChangeAspect="1"/>
          </p:cNvPicPr>
          <p:nvPr/>
        </p:nvPicPr>
        <p:blipFill>
          <a:blip r:embed="rId3"/>
          <a:stretch>
            <a:fillRect/>
          </a:stretch>
        </p:blipFill>
        <p:spPr>
          <a:xfrm>
            <a:off x="0" y="538416"/>
            <a:ext cx="9144000" cy="5781167"/>
          </a:xfrm>
          <a:prstGeom prst="rect">
            <a:avLst/>
          </a:prstGeom>
        </p:spPr>
      </p:pic>
    </p:spTree>
    <p:extLst>
      <p:ext uri="{BB962C8B-B14F-4D97-AF65-F5344CB8AC3E}">
        <p14:creationId xmlns:p14="http://schemas.microsoft.com/office/powerpoint/2010/main" val="1082174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34"/>
          <p:cNvSpPr txBox="1"/>
          <p:nvPr/>
        </p:nvSpPr>
        <p:spPr>
          <a:xfrm>
            <a:off x="453007" y="171975"/>
            <a:ext cx="8212800" cy="8850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4200"/>
              <a:buFont typeface="Arial"/>
              <a:buNone/>
            </a:pPr>
            <a:r>
              <a:rPr lang="en-US" sz="4200" b="0" i="0" u="none" strike="noStrike" cap="none">
                <a:solidFill>
                  <a:srgbClr val="0064A4"/>
                </a:solidFill>
                <a:latin typeface="Economica"/>
                <a:ea typeface="Economica"/>
                <a:cs typeface="Economica"/>
                <a:sym typeface="Economica"/>
              </a:rPr>
              <a:t>Q&amp;A</a:t>
            </a:r>
            <a:endParaRPr sz="4200" b="0" i="0" u="none" strike="noStrike" cap="none">
              <a:solidFill>
                <a:srgbClr val="0064A4"/>
              </a:solidFill>
              <a:latin typeface="Economica"/>
              <a:ea typeface="Economica"/>
              <a:cs typeface="Economica"/>
              <a:sym typeface="Economica"/>
            </a:endParaRPr>
          </a:p>
        </p:txBody>
      </p:sp>
      <p:sp>
        <p:nvSpPr>
          <p:cNvPr id="139" name="Google Shape;139;p34"/>
          <p:cNvSpPr txBox="1"/>
          <p:nvPr/>
        </p:nvSpPr>
        <p:spPr>
          <a:xfrm>
            <a:off x="453000" y="1323026"/>
            <a:ext cx="3441000" cy="50694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1000"/>
              </a:spcBef>
              <a:spcAft>
                <a:spcPts val="0"/>
              </a:spcAft>
              <a:buClr>
                <a:srgbClr val="000000"/>
              </a:buClr>
              <a:buSzPts val="2000"/>
              <a:buFont typeface="Arial"/>
              <a:buNone/>
            </a:pPr>
            <a:r>
              <a:rPr lang="en-US" sz="2000" b="0" i="0" u="none" strike="noStrike" cap="none">
                <a:solidFill>
                  <a:srgbClr val="000000"/>
                </a:solidFill>
                <a:latin typeface="Open Sans"/>
                <a:ea typeface="Open Sans"/>
                <a:cs typeface="Open Sans"/>
                <a:sym typeface="Open Sans"/>
              </a:rPr>
              <a:t>What questions and comments do you have?</a:t>
            </a:r>
            <a:endParaRPr sz="2000" b="0" i="0" u="none" strike="noStrike" cap="none">
              <a:solidFill>
                <a:srgbClr val="000000"/>
              </a:solidFill>
              <a:latin typeface="Open Sans"/>
              <a:ea typeface="Open Sans"/>
              <a:cs typeface="Open Sans"/>
              <a:sym typeface="Open Sans"/>
            </a:endParaRPr>
          </a:p>
        </p:txBody>
      </p:sp>
      <p:pic>
        <p:nvPicPr>
          <p:cNvPr id="140" name="Google Shape;140;p34"/>
          <p:cNvPicPr preferRelativeResize="0"/>
          <p:nvPr/>
        </p:nvPicPr>
        <p:blipFill rotWithShape="1">
          <a:blip r:embed="rId3">
            <a:alphaModFix/>
          </a:blip>
          <a:srcRect/>
          <a:stretch/>
        </p:blipFill>
        <p:spPr>
          <a:xfrm>
            <a:off x="3914796" y="1590414"/>
            <a:ext cx="4278656" cy="4424998"/>
          </a:xfrm>
          <a:prstGeom prst="rect">
            <a:avLst/>
          </a:prstGeom>
          <a:noFill/>
          <a:ln>
            <a:noFill/>
          </a:ln>
        </p:spPr>
      </p:pic>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981</TotalTime>
  <Words>1420</Words>
  <Application>Microsoft Macintosh PowerPoint</Application>
  <PresentationFormat>On-screen Show (4:3)</PresentationFormat>
  <Paragraphs>165</Paragraphs>
  <Slides>30</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Verdana</vt:lpstr>
      <vt:lpstr>Courier New</vt:lpstr>
      <vt:lpstr>Mercury SSm A</vt:lpstr>
      <vt:lpstr>inherit</vt:lpstr>
      <vt:lpstr>Economica</vt:lpstr>
      <vt:lpstr>Gotham SSm A</vt:lpstr>
      <vt:lpstr>Calibri</vt:lpstr>
      <vt:lpstr>Open Sans</vt:lpstr>
      <vt:lpstr>Arial</vt:lpstr>
      <vt:lpstr>luxe</vt:lpstr>
      <vt:lpstr>Creating Business Value through Data Presentation</vt:lpstr>
      <vt:lpstr>Learning Goals</vt:lpstr>
      <vt:lpstr>Data Manipulation</vt:lpstr>
      <vt:lpstr>Common Data Types</vt:lpstr>
      <vt:lpstr>Preprocessing of Data  for Analytics</vt:lpstr>
      <vt:lpstr>Summary of Data Preprocessing Tasks</vt:lpstr>
      <vt:lpstr>Demo: Tools &amp; Techniques</vt:lpstr>
      <vt:lpstr>ETL VS ELT</vt:lpstr>
      <vt:lpstr>Demo of different ETL pipelines</vt:lpstr>
      <vt:lpstr>PowerPoint Presentation</vt:lpstr>
      <vt:lpstr>ETL pipeline</vt:lpstr>
      <vt:lpstr>Data Visualization</vt:lpstr>
      <vt:lpstr>Data Visualization</vt:lpstr>
      <vt:lpstr>Data Visualization - Tools &amp; Techniques</vt:lpstr>
      <vt:lpstr>Data Visualization – The right tool for the job</vt:lpstr>
      <vt:lpstr>Pie Chart</vt:lpstr>
      <vt:lpstr>Pie Chart</vt:lpstr>
      <vt:lpstr>Respect the parts of a whole </vt:lpstr>
      <vt:lpstr>What is the question?</vt:lpstr>
      <vt:lpstr>Scatter Plot:  What is the story here? </vt:lpstr>
      <vt:lpstr>Scatter Plot:  Say What?</vt:lpstr>
      <vt:lpstr>Line Chart:  You have some explaining to do</vt:lpstr>
      <vt:lpstr>Bubble Plot</vt:lpstr>
      <vt:lpstr>Final Project Check in</vt:lpstr>
      <vt:lpstr>Application Case: </vt:lpstr>
      <vt:lpstr>Welcome to your new office</vt:lpstr>
      <vt:lpstr>Discussion Questions</vt:lpstr>
      <vt:lpstr>Data Sources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Business Value through Data Presentation</dc:title>
  <dc:creator>Delen, Dursun</dc:creator>
  <cp:lastModifiedBy>Yu Zhang</cp:lastModifiedBy>
  <cp:revision>8</cp:revision>
  <dcterms:created xsi:type="dcterms:W3CDTF">2020-12-30T20:16:28Z</dcterms:created>
  <dcterms:modified xsi:type="dcterms:W3CDTF">2022-06-24T14:09:31Z</dcterms:modified>
</cp:coreProperties>
</file>