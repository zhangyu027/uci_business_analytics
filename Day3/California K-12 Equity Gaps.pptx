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CaliforniaK-12Indicators/CAK-12Indicator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7138D0D-1324-425D-B77F-98E17773E41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California K-12 Equity Gaps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86AECF0-9888-4D44-ABC1-8470E707906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6/24/2022 12:34:04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 K-12 Indicators" id="2" name="slide2">
            <a:extLst>
              <a:ext uri="{FF2B5EF4-FFF2-40B4-BE49-F238E27FC236}">
                <a16:creationId xmlns:a16="http://schemas.microsoft.com/office/drawing/2014/main" id="{9E346262-109C-441A-869E-8A73849F67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82"/>
            <a:ext cx="12192001" cy="669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2022-06-24T12:34:04Z</dcterms:created>
  <dcterms:modified xsi:type="dcterms:W3CDTF">2022-06-24T12:34:04Z</dcterms:modified>
</cp:coreProperties>
</file>